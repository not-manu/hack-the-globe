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Poppins"/>
      <p:regular r:id="rId19"/>
      <p:bold r:id="rId20"/>
      <p:italic r:id="rId21"/>
      <p:boldItalic r:id="rId22"/>
    </p:embeddedFont>
    <p:embeddedFont>
      <p:font typeface="Poppins Medium"/>
      <p:regular r:id="rId23"/>
      <p:bold r:id="rId24"/>
      <p:italic r:id="rId25"/>
      <p:boldItalic r:id="rId26"/>
    </p:embeddedFont>
    <p:embeddedFont>
      <p:font typeface="Helvetica Neue"/>
      <p:regular r:id="rId27"/>
      <p:bold r:id="rId28"/>
      <p:italic r:id="rId29"/>
      <p:boldItalic r:id="rId30"/>
    </p:embeddedFont>
    <p:embeddedFont>
      <p:font typeface="Poppins SemiBold"/>
      <p:regular r:id="rId31"/>
      <p:bold r:id="rId32"/>
      <p:italic r:id="rId33"/>
      <p:boldItalic r:id="rId34"/>
    </p:embeddedFont>
    <p:embeddedFont>
      <p:font typeface="Century Gothic"/>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oppins-bold.fntdata"/><Relationship Id="rId22" Type="http://schemas.openxmlformats.org/officeDocument/2006/relationships/font" Target="fonts/Poppins-boldItalic.fntdata"/><Relationship Id="rId21" Type="http://schemas.openxmlformats.org/officeDocument/2006/relationships/font" Target="fonts/Poppins-italic.fntdata"/><Relationship Id="rId24" Type="http://schemas.openxmlformats.org/officeDocument/2006/relationships/font" Target="fonts/PoppinsMedium-bold.fntdata"/><Relationship Id="rId23" Type="http://schemas.openxmlformats.org/officeDocument/2006/relationships/font" Target="fonts/PoppinsMedium-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oppinsMedium-boldItalic.fntdata"/><Relationship Id="rId25" Type="http://schemas.openxmlformats.org/officeDocument/2006/relationships/font" Target="fonts/PoppinsMedium-italic.fntdata"/><Relationship Id="rId28" Type="http://schemas.openxmlformats.org/officeDocument/2006/relationships/font" Target="fonts/HelveticaNeue-bold.fntdata"/><Relationship Id="rId27" Type="http://schemas.openxmlformats.org/officeDocument/2006/relationships/font" Target="fonts/HelveticaNeue-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HelveticaNeue-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oppinsSemiBold-regular.fntdata"/><Relationship Id="rId30" Type="http://schemas.openxmlformats.org/officeDocument/2006/relationships/font" Target="fonts/HelveticaNeue-boldItalic.fntdata"/><Relationship Id="rId11" Type="http://schemas.openxmlformats.org/officeDocument/2006/relationships/slide" Target="slides/slide6.xml"/><Relationship Id="rId33" Type="http://schemas.openxmlformats.org/officeDocument/2006/relationships/font" Target="fonts/PoppinsSemiBold-italic.fntdata"/><Relationship Id="rId10" Type="http://schemas.openxmlformats.org/officeDocument/2006/relationships/slide" Target="slides/slide5.xml"/><Relationship Id="rId32" Type="http://schemas.openxmlformats.org/officeDocument/2006/relationships/font" Target="fonts/PoppinsSemiBold-bold.fntdata"/><Relationship Id="rId13" Type="http://schemas.openxmlformats.org/officeDocument/2006/relationships/slide" Target="slides/slide8.xml"/><Relationship Id="rId35" Type="http://schemas.openxmlformats.org/officeDocument/2006/relationships/font" Target="fonts/CenturyGothic-regular.fntdata"/><Relationship Id="rId12" Type="http://schemas.openxmlformats.org/officeDocument/2006/relationships/slide" Target="slides/slide7.xml"/><Relationship Id="rId34" Type="http://schemas.openxmlformats.org/officeDocument/2006/relationships/font" Target="fonts/PoppinsSemiBold-boldItalic.fntdata"/><Relationship Id="rId15" Type="http://schemas.openxmlformats.org/officeDocument/2006/relationships/slide" Target="slides/slide10.xml"/><Relationship Id="rId37" Type="http://schemas.openxmlformats.org/officeDocument/2006/relationships/font" Target="fonts/CenturyGothic-italic.fntdata"/><Relationship Id="rId14" Type="http://schemas.openxmlformats.org/officeDocument/2006/relationships/slide" Target="slides/slide9.xml"/><Relationship Id="rId36" Type="http://schemas.openxmlformats.org/officeDocument/2006/relationships/font" Target="fonts/CenturyGothic-bold.fntdata"/><Relationship Id="rId17" Type="http://schemas.openxmlformats.org/officeDocument/2006/relationships/slide" Target="slides/slide12.xml"/><Relationship Id="rId16" Type="http://schemas.openxmlformats.org/officeDocument/2006/relationships/slide" Target="slides/slide11.xml"/><Relationship Id="rId38" Type="http://schemas.openxmlformats.org/officeDocument/2006/relationships/font" Target="fonts/CenturyGothic-boldItalic.fntdata"/><Relationship Id="rId19" Type="http://schemas.openxmlformats.org/officeDocument/2006/relationships/font" Target="fonts/Poppins-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bb6cad645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bb6cad645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1171a6f556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1171a6f556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da23c1059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da23c1059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1d48c48947f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1d48c48947f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d3f485c49c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d3f485c49c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1171a6f556c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1171a6f556c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114ccaf8e5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114ccaf8e5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1e07432cf3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1e07432cf3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1e07432cf3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1e07432cf3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1e07432cf3b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1e07432cf3b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1e07432cf3b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1e07432cf3b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942b2307c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942b2307c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457200" y="1952825"/>
            <a:ext cx="5417400" cy="1510500"/>
          </a:xfrm>
          <a:prstGeom prst="rect">
            <a:avLst/>
          </a:prstGeom>
        </p:spPr>
        <p:txBody>
          <a:bodyPr anchorCtr="0" anchor="ctr" bIns="0" lIns="0" spcFirstLastPara="1" rIns="0" wrap="square" tIns="0">
            <a:noAutofit/>
          </a:bodyPr>
          <a:lstStyle>
            <a:lvl1pPr lvl="0">
              <a:spcBef>
                <a:spcPts val="0"/>
              </a:spcBef>
              <a:spcAft>
                <a:spcPts val="0"/>
              </a:spcAft>
              <a:buSzPts val="3600"/>
              <a:buFont typeface="Poppins SemiBold"/>
              <a:buNone/>
              <a:defRPr sz="3600">
                <a:latin typeface="Poppins SemiBold"/>
                <a:ea typeface="Poppins SemiBold"/>
                <a:cs typeface="Poppins SemiBold"/>
                <a:sym typeface="Poppins SemiBold"/>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457200" y="3463325"/>
            <a:ext cx="5417400" cy="2760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600"/>
              <a:buFont typeface="Poppins Medium"/>
              <a:buNone/>
              <a:defRPr sz="1600">
                <a:latin typeface="Poppins Medium"/>
                <a:ea typeface="Poppins Medium"/>
                <a:cs typeface="Poppins Medium"/>
                <a:sym typeface="Poppins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3" name="Google Shape;13;p2"/>
          <p:cNvPicPr preferRelativeResize="0"/>
          <p:nvPr/>
        </p:nvPicPr>
        <p:blipFill>
          <a:blip r:embed="rId2">
            <a:alphaModFix/>
          </a:blip>
          <a:stretch>
            <a:fillRect/>
          </a:stretch>
        </p:blipFill>
        <p:spPr>
          <a:xfrm>
            <a:off x="457200" y="1404186"/>
            <a:ext cx="3099815" cy="548640"/>
          </a:xfrm>
          <a:prstGeom prst="rect">
            <a:avLst/>
          </a:prstGeom>
          <a:noFill/>
          <a:ln>
            <a:noFill/>
          </a:ln>
        </p:spPr>
      </p:pic>
      <p:sp>
        <p:nvSpPr>
          <p:cNvPr id="14" name="Google Shape;14;p2"/>
          <p:cNvSpPr/>
          <p:nvPr/>
        </p:nvSpPr>
        <p:spPr>
          <a:xfrm>
            <a:off x="0" y="5079600"/>
            <a:ext cx="9144000"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288">
          <p15:clr>
            <a:srgbClr val="FA7B17"/>
          </p15:clr>
        </p15:guide>
        <p15:guide id="2" pos="5472">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lank">
  <p:cSld name="TITLE_1">
    <p:spTree>
      <p:nvGrpSpPr>
        <p:cNvPr id="15" name="Shape 15"/>
        <p:cNvGrpSpPr/>
        <p:nvPr/>
      </p:nvGrpSpPr>
      <p:grpSpPr>
        <a:xfrm>
          <a:off x="0" y="0"/>
          <a:ext cx="0" cy="0"/>
          <a:chOff x="0" y="0"/>
          <a:chExt cx="0" cy="0"/>
        </a:xfrm>
      </p:grpSpPr>
      <p:sp>
        <p:nvSpPr>
          <p:cNvPr id="16" name="Google Shape;16;p3"/>
          <p:cNvSpPr txBox="1"/>
          <p:nvPr>
            <p:ph type="ctrTitle"/>
          </p:nvPr>
        </p:nvSpPr>
        <p:spPr>
          <a:xfrm>
            <a:off x="457200" y="1952825"/>
            <a:ext cx="5417400" cy="1510500"/>
          </a:xfrm>
          <a:prstGeom prst="rect">
            <a:avLst/>
          </a:prstGeom>
        </p:spPr>
        <p:txBody>
          <a:bodyPr anchorCtr="0" anchor="ctr" bIns="0" lIns="0" spcFirstLastPara="1" rIns="0" wrap="square" tIns="0">
            <a:noAutofit/>
          </a:bodyPr>
          <a:lstStyle>
            <a:lvl1pPr lvl="0" rtl="0">
              <a:spcBef>
                <a:spcPts val="0"/>
              </a:spcBef>
              <a:spcAft>
                <a:spcPts val="0"/>
              </a:spcAft>
              <a:buSzPts val="3600"/>
              <a:buFont typeface="Poppins SemiBold"/>
              <a:buNone/>
              <a:defRPr sz="3600">
                <a:latin typeface="Poppins SemiBold"/>
                <a:ea typeface="Poppins SemiBold"/>
                <a:cs typeface="Poppins SemiBold"/>
                <a:sym typeface="Poppins SemiBold"/>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7" name="Google Shape;17;p3"/>
          <p:cNvSpPr txBox="1"/>
          <p:nvPr>
            <p:ph idx="1" type="subTitle"/>
          </p:nvPr>
        </p:nvSpPr>
        <p:spPr>
          <a:xfrm>
            <a:off x="457200" y="3463325"/>
            <a:ext cx="5417400" cy="2760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SzPts val="1600"/>
              <a:buFont typeface="Poppins Medium"/>
              <a:buNone/>
              <a:defRPr sz="1600">
                <a:latin typeface="Poppins Medium"/>
                <a:ea typeface="Poppins Medium"/>
                <a:cs typeface="Poppins Medium"/>
                <a:sym typeface="Poppins Medium"/>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8" name="Google Shape;18;p3"/>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9" name="Google Shape;19;p3"/>
          <p:cNvPicPr preferRelativeResize="0"/>
          <p:nvPr/>
        </p:nvPicPr>
        <p:blipFill>
          <a:blip r:embed="rId2">
            <a:alphaModFix/>
          </a:blip>
          <a:stretch>
            <a:fillRect/>
          </a:stretch>
        </p:blipFill>
        <p:spPr>
          <a:xfrm>
            <a:off x="457200" y="1404186"/>
            <a:ext cx="3099815" cy="548640"/>
          </a:xfrm>
          <a:prstGeom prst="rect">
            <a:avLst/>
          </a:prstGeom>
          <a:noFill/>
          <a:ln>
            <a:noFill/>
          </a:ln>
        </p:spPr>
      </p:pic>
      <p:sp>
        <p:nvSpPr>
          <p:cNvPr id="20" name="Google Shape;20;p3"/>
          <p:cNvSpPr/>
          <p:nvPr/>
        </p:nvSpPr>
        <p:spPr>
          <a:xfrm>
            <a:off x="0" y="5079600"/>
            <a:ext cx="9144000"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288">
          <p15:clr>
            <a:srgbClr val="FA7B17"/>
          </p15:clr>
        </p15:guide>
        <p15:guide id="2" pos="5472">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on gold">
  <p:cSld name="MAIN_POINT_1_1">
    <p:spTree>
      <p:nvGrpSpPr>
        <p:cNvPr id="21" name="Shape 21"/>
        <p:cNvGrpSpPr/>
        <p:nvPr/>
      </p:nvGrpSpPr>
      <p:grpSpPr>
        <a:xfrm>
          <a:off x="0" y="0"/>
          <a:ext cx="0" cy="0"/>
          <a:chOff x="0" y="0"/>
          <a:chExt cx="0" cy="0"/>
        </a:xfrm>
      </p:grpSpPr>
      <p:cxnSp>
        <p:nvCxnSpPr>
          <p:cNvPr id="22" name="Google Shape;22;p4"/>
          <p:cNvCxnSpPr/>
          <p:nvPr/>
        </p:nvCxnSpPr>
        <p:spPr>
          <a:xfrm>
            <a:off x="466725" y="3665575"/>
            <a:ext cx="7743000" cy="0"/>
          </a:xfrm>
          <a:prstGeom prst="straightConnector1">
            <a:avLst/>
          </a:prstGeom>
          <a:noFill/>
          <a:ln cap="flat" cmpd="sng" w="28575">
            <a:solidFill>
              <a:schemeClr val="lt1"/>
            </a:solidFill>
            <a:prstDash val="solid"/>
            <a:round/>
            <a:headEnd len="med" w="med" type="none"/>
            <a:tailEnd len="med" w="med" type="none"/>
          </a:ln>
        </p:spPr>
      </p:cxnSp>
      <p:sp>
        <p:nvSpPr>
          <p:cNvPr id="23" name="Google Shape;23;p4"/>
          <p:cNvSpPr txBox="1"/>
          <p:nvPr>
            <p:ph type="title"/>
          </p:nvPr>
        </p:nvSpPr>
        <p:spPr>
          <a:xfrm>
            <a:off x="457200" y="1046175"/>
            <a:ext cx="7752300" cy="2507700"/>
          </a:xfrm>
          <a:prstGeom prst="rect">
            <a:avLst/>
          </a:prstGeom>
        </p:spPr>
        <p:txBody>
          <a:bodyPr anchorCtr="0" anchor="b" bIns="0" lIns="0" spcFirstLastPara="1" rIns="0" wrap="square" tIns="0">
            <a:noAutofit/>
          </a:bodyPr>
          <a:lstStyle>
            <a:lvl1pPr lvl="0" rtl="0">
              <a:spcBef>
                <a:spcPts val="0"/>
              </a:spcBef>
              <a:spcAft>
                <a:spcPts val="0"/>
              </a:spcAft>
              <a:buSzPts val="3600"/>
              <a:buNone/>
              <a:defRPr sz="3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24" name="Google Shape;24;p4"/>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25" name="Google Shape;25;p4"/>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26" name="Google Shape;26;p4"/>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on white">
  <p:cSld name="MAIN_POINT_1_1_1">
    <p:spTree>
      <p:nvGrpSpPr>
        <p:cNvPr id="27" name="Shape 27"/>
        <p:cNvGrpSpPr/>
        <p:nvPr/>
      </p:nvGrpSpPr>
      <p:grpSpPr>
        <a:xfrm>
          <a:off x="0" y="0"/>
          <a:ext cx="0" cy="0"/>
          <a:chOff x="0" y="0"/>
          <a:chExt cx="0" cy="0"/>
        </a:xfrm>
      </p:grpSpPr>
      <p:cxnSp>
        <p:nvCxnSpPr>
          <p:cNvPr id="28" name="Google Shape;28;p5"/>
          <p:cNvCxnSpPr/>
          <p:nvPr/>
        </p:nvCxnSpPr>
        <p:spPr>
          <a:xfrm>
            <a:off x="459200" y="3665375"/>
            <a:ext cx="7750500" cy="0"/>
          </a:xfrm>
          <a:prstGeom prst="straightConnector1">
            <a:avLst/>
          </a:prstGeom>
          <a:noFill/>
          <a:ln cap="flat" cmpd="sng" w="28575">
            <a:solidFill>
              <a:schemeClr val="accent1"/>
            </a:solidFill>
            <a:prstDash val="solid"/>
            <a:round/>
            <a:headEnd len="med" w="med" type="none"/>
            <a:tailEnd len="med" w="med" type="none"/>
          </a:ln>
        </p:spPr>
      </p:cxnSp>
      <p:sp>
        <p:nvSpPr>
          <p:cNvPr id="29" name="Google Shape;29;p5"/>
          <p:cNvSpPr txBox="1"/>
          <p:nvPr>
            <p:ph type="title"/>
          </p:nvPr>
        </p:nvSpPr>
        <p:spPr>
          <a:xfrm>
            <a:off x="457200" y="1046175"/>
            <a:ext cx="7752300" cy="2507700"/>
          </a:xfrm>
          <a:prstGeom prst="rect">
            <a:avLst/>
          </a:prstGeom>
        </p:spPr>
        <p:txBody>
          <a:bodyPr anchorCtr="0" anchor="b" bIns="0" lIns="0" spcFirstLastPara="1" rIns="0" wrap="square" tIns="0">
            <a:noAutofit/>
          </a:bodyPr>
          <a:lstStyle>
            <a:lvl1pPr lvl="0" rtl="0">
              <a:spcBef>
                <a:spcPts val="0"/>
              </a:spcBef>
              <a:spcAft>
                <a:spcPts val="0"/>
              </a:spcAft>
              <a:buSzPts val="3600"/>
              <a:buNone/>
              <a:defRPr sz="3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30" name="Google Shape;30;p5"/>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31" name="Google Shape;31;p5"/>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32" name="Google Shape;32;p5"/>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3" name="Shape 33"/>
        <p:cNvGrpSpPr/>
        <p:nvPr/>
      </p:nvGrpSpPr>
      <p:grpSpPr>
        <a:xfrm>
          <a:off x="0" y="0"/>
          <a:ext cx="0" cy="0"/>
          <a:chOff x="0" y="0"/>
          <a:chExt cx="0" cy="0"/>
        </a:xfrm>
      </p:grpSpPr>
      <p:sp>
        <p:nvSpPr>
          <p:cNvPr id="34" name="Google Shape;34;p6"/>
          <p:cNvSpPr txBox="1"/>
          <p:nvPr>
            <p:ph type="title"/>
          </p:nvPr>
        </p:nvSpPr>
        <p:spPr>
          <a:xfrm>
            <a:off x="457200" y="445025"/>
            <a:ext cx="8229600" cy="6402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5" name="Google Shape;35;p6"/>
          <p:cNvSpPr txBox="1"/>
          <p:nvPr>
            <p:ph idx="1" type="body"/>
          </p:nvPr>
        </p:nvSpPr>
        <p:spPr>
          <a:xfrm>
            <a:off x="457200" y="1645500"/>
            <a:ext cx="8229600" cy="2923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 name="Google Shape;36;p6"/>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37" name="Google Shape;37;p6"/>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38" name="Google Shape;38;p6"/>
          <p:cNvSpPr txBox="1"/>
          <p:nvPr>
            <p:ph idx="2" type="subTitle"/>
          </p:nvPr>
        </p:nvSpPr>
        <p:spPr>
          <a:xfrm>
            <a:off x="4547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39" name="Google Shape;39;p6"/>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6"/>
          <p:cNvSpPr txBox="1"/>
          <p:nvPr>
            <p:ph idx="3" type="subTitle"/>
          </p:nvPr>
        </p:nvSpPr>
        <p:spPr>
          <a:xfrm>
            <a:off x="457200" y="1228413"/>
            <a:ext cx="8229600" cy="273900"/>
          </a:xfrm>
          <a:prstGeom prst="rect">
            <a:avLst/>
          </a:prstGeom>
        </p:spPr>
        <p:txBody>
          <a:bodyPr anchorCtr="0" anchor="ctr" bIns="0" lIns="0" spcFirstLastPara="1" rIns="0" wrap="square" tIns="0">
            <a:noAutofit/>
          </a:bodyPr>
          <a:lstStyle>
            <a:lvl1pPr lvl="0">
              <a:spcBef>
                <a:spcPts val="0"/>
              </a:spcBef>
              <a:spcAft>
                <a:spcPts val="0"/>
              </a:spcAft>
              <a:buClr>
                <a:schemeClr val="accent1"/>
              </a:buClr>
              <a:buSzPts val="1600"/>
              <a:buNone/>
              <a:defRPr sz="1600">
                <a:solidFill>
                  <a:schemeClr val="accent1"/>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extLst>
    <p:ext uri="{DCECCB84-F9BA-43D5-87BE-67443E8EF086}">
      <p15:sldGuideLst>
        <p15:guide id="1" orient="horz" pos="280">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1" name="Shape 41"/>
        <p:cNvGrpSpPr/>
        <p:nvPr/>
      </p:nvGrpSpPr>
      <p:grpSpPr>
        <a:xfrm>
          <a:off x="0" y="0"/>
          <a:ext cx="0" cy="0"/>
          <a:chOff x="0" y="0"/>
          <a:chExt cx="0" cy="0"/>
        </a:xfrm>
      </p:grpSpPr>
      <p:sp>
        <p:nvSpPr>
          <p:cNvPr id="42" name="Google Shape;42;p7"/>
          <p:cNvSpPr txBox="1"/>
          <p:nvPr>
            <p:ph type="title"/>
          </p:nvPr>
        </p:nvSpPr>
        <p:spPr>
          <a:xfrm>
            <a:off x="457200" y="445025"/>
            <a:ext cx="8229600" cy="6402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7"/>
          <p:cNvSpPr txBox="1"/>
          <p:nvPr>
            <p:ph idx="1" type="body"/>
          </p:nvPr>
        </p:nvSpPr>
        <p:spPr>
          <a:xfrm>
            <a:off x="457200" y="1645514"/>
            <a:ext cx="3854400" cy="29109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4" name="Google Shape;44;p7"/>
          <p:cNvSpPr txBox="1"/>
          <p:nvPr>
            <p:ph idx="2" type="body"/>
          </p:nvPr>
        </p:nvSpPr>
        <p:spPr>
          <a:xfrm>
            <a:off x="4832400" y="1645920"/>
            <a:ext cx="3854400" cy="29109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5" name="Google Shape;45;p7"/>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46" name="Google Shape;46;p7"/>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47" name="Google Shape;47;p7"/>
          <p:cNvSpPr txBox="1"/>
          <p:nvPr>
            <p:ph idx="3" type="subTitle"/>
          </p:nvPr>
        </p:nvSpPr>
        <p:spPr>
          <a:xfrm>
            <a:off x="4547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48" name="Google Shape;48;p7"/>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7"/>
          <p:cNvSpPr txBox="1"/>
          <p:nvPr>
            <p:ph idx="4" type="subTitle"/>
          </p:nvPr>
        </p:nvSpPr>
        <p:spPr>
          <a:xfrm>
            <a:off x="457200" y="1228413"/>
            <a:ext cx="3858900" cy="273900"/>
          </a:xfrm>
          <a:prstGeom prst="rect">
            <a:avLst/>
          </a:prstGeom>
        </p:spPr>
        <p:txBody>
          <a:bodyPr anchorCtr="0" anchor="ctr" bIns="0" lIns="0" spcFirstLastPara="1" rIns="0" wrap="square" tIns="0">
            <a:noAutofit/>
          </a:bodyPr>
          <a:lstStyle>
            <a:lvl1pPr lvl="0" rtl="0">
              <a:spcBef>
                <a:spcPts val="0"/>
              </a:spcBef>
              <a:spcAft>
                <a:spcPts val="0"/>
              </a:spcAft>
              <a:buClr>
                <a:schemeClr val="accent1"/>
              </a:buClr>
              <a:buSzPts val="1600"/>
              <a:buNone/>
              <a:defRPr sz="1600">
                <a:solidFill>
                  <a:schemeClr val="accent1"/>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50" name="Google Shape;50;p7"/>
          <p:cNvSpPr txBox="1"/>
          <p:nvPr>
            <p:ph idx="5" type="subTitle"/>
          </p:nvPr>
        </p:nvSpPr>
        <p:spPr>
          <a:xfrm>
            <a:off x="4830150" y="1228613"/>
            <a:ext cx="3858900" cy="273900"/>
          </a:xfrm>
          <a:prstGeom prst="rect">
            <a:avLst/>
          </a:prstGeom>
        </p:spPr>
        <p:txBody>
          <a:bodyPr anchorCtr="0" anchor="ctr" bIns="0" lIns="0" spcFirstLastPara="1" rIns="0" wrap="square" tIns="0">
            <a:noAutofit/>
          </a:bodyPr>
          <a:lstStyle>
            <a:lvl1pPr lvl="0" rtl="0">
              <a:spcBef>
                <a:spcPts val="0"/>
              </a:spcBef>
              <a:spcAft>
                <a:spcPts val="0"/>
              </a:spcAft>
              <a:buClr>
                <a:schemeClr val="accent1"/>
              </a:buClr>
              <a:buSzPts val="1600"/>
              <a:buNone/>
              <a:defRPr sz="1600">
                <a:solidFill>
                  <a:schemeClr val="accent1"/>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and Half">
  <p:cSld name="ONE_COLUMN_TEXT_2">
    <p:spTree>
      <p:nvGrpSpPr>
        <p:cNvPr id="51" name="Shape 51"/>
        <p:cNvGrpSpPr/>
        <p:nvPr/>
      </p:nvGrpSpPr>
      <p:grpSpPr>
        <a:xfrm>
          <a:off x="0" y="0"/>
          <a:ext cx="0" cy="0"/>
          <a:chOff x="0" y="0"/>
          <a:chExt cx="0" cy="0"/>
        </a:xfrm>
      </p:grpSpPr>
      <p:sp>
        <p:nvSpPr>
          <p:cNvPr id="52" name="Google Shape;52;p8"/>
          <p:cNvSpPr/>
          <p:nvPr/>
        </p:nvSpPr>
        <p:spPr>
          <a:xfrm rot="-5400000">
            <a:off x="3317300" y="-665850"/>
            <a:ext cx="2581500" cy="9056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8"/>
          <p:cNvSpPr txBox="1"/>
          <p:nvPr>
            <p:ph idx="1" type="subTitle"/>
          </p:nvPr>
        </p:nvSpPr>
        <p:spPr>
          <a:xfrm>
            <a:off x="4547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pic>
        <p:nvPicPr>
          <p:cNvPr id="55" name="Google Shape;55;p8"/>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56" name="Google Shape;56;p8"/>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9"/>
          <p:cNvSpPr txBox="1"/>
          <p:nvPr>
            <p:ph type="title"/>
          </p:nvPr>
        </p:nvSpPr>
        <p:spPr>
          <a:xfrm>
            <a:off x="457200" y="445025"/>
            <a:ext cx="8229600" cy="6402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9" name="Google Shape;59;p9"/>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9"/>
          <p:cNvSpPr txBox="1"/>
          <p:nvPr>
            <p:ph idx="1" type="subTitle"/>
          </p:nvPr>
        </p:nvSpPr>
        <p:spPr>
          <a:xfrm>
            <a:off x="4547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pic>
        <p:nvPicPr>
          <p:cNvPr id="61" name="Google Shape;61;p9"/>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62" name="Google Shape;62;p9"/>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gold">
  <p:cSld name="ONE_COLUMN_TEXT">
    <p:spTree>
      <p:nvGrpSpPr>
        <p:cNvPr id="63" name="Shape 63"/>
        <p:cNvGrpSpPr/>
        <p:nvPr/>
      </p:nvGrpSpPr>
      <p:grpSpPr>
        <a:xfrm>
          <a:off x="0" y="0"/>
          <a:ext cx="0" cy="0"/>
          <a:chOff x="0" y="0"/>
          <a:chExt cx="0" cy="0"/>
        </a:xfrm>
      </p:grpSpPr>
      <p:sp>
        <p:nvSpPr>
          <p:cNvPr id="64" name="Google Shape;64;p10"/>
          <p:cNvSpPr/>
          <p:nvPr/>
        </p:nvSpPr>
        <p:spPr>
          <a:xfrm rot="-5400000">
            <a:off x="3714950" y="-268050"/>
            <a:ext cx="5157300" cy="5685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0"/>
          <p:cNvSpPr txBox="1"/>
          <p:nvPr>
            <p:ph type="title"/>
          </p:nvPr>
        </p:nvSpPr>
        <p:spPr>
          <a:xfrm>
            <a:off x="457200" y="445025"/>
            <a:ext cx="2662500" cy="7557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6" name="Google Shape;66;p10"/>
          <p:cNvSpPr txBox="1"/>
          <p:nvPr>
            <p:ph idx="1" type="body"/>
          </p:nvPr>
        </p:nvSpPr>
        <p:spPr>
          <a:xfrm>
            <a:off x="457200" y="1389600"/>
            <a:ext cx="2662500" cy="3179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7" name="Google Shape;67;p10"/>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10"/>
          <p:cNvSpPr txBox="1"/>
          <p:nvPr>
            <p:ph idx="2" type="subTitle"/>
          </p:nvPr>
        </p:nvSpPr>
        <p:spPr>
          <a:xfrm>
            <a:off x="4547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pic>
        <p:nvPicPr>
          <p:cNvPr id="69" name="Google Shape;69;p10"/>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70" name="Google Shape;70;p10"/>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grey">
  <p:cSld name="ONE_COLUMN_TEXT_1">
    <p:spTree>
      <p:nvGrpSpPr>
        <p:cNvPr id="71" name="Shape 71"/>
        <p:cNvGrpSpPr/>
        <p:nvPr/>
      </p:nvGrpSpPr>
      <p:grpSpPr>
        <a:xfrm>
          <a:off x="0" y="0"/>
          <a:ext cx="0" cy="0"/>
          <a:chOff x="0" y="0"/>
          <a:chExt cx="0" cy="0"/>
        </a:xfrm>
      </p:grpSpPr>
      <p:sp>
        <p:nvSpPr>
          <p:cNvPr id="72" name="Google Shape;72;p11"/>
          <p:cNvSpPr/>
          <p:nvPr/>
        </p:nvSpPr>
        <p:spPr>
          <a:xfrm rot="-5400000">
            <a:off x="3714950" y="-268050"/>
            <a:ext cx="5157300" cy="5685000"/>
          </a:xfrm>
          <a:prstGeom prst="rect">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txBox="1"/>
          <p:nvPr>
            <p:ph type="title"/>
          </p:nvPr>
        </p:nvSpPr>
        <p:spPr>
          <a:xfrm>
            <a:off x="457200" y="445025"/>
            <a:ext cx="2662500" cy="755700"/>
          </a:xfrm>
          <a:prstGeom prst="rect">
            <a:avLst/>
          </a:prstGeom>
        </p:spPr>
        <p:txBody>
          <a:bodyPr anchorCtr="0" anchor="t" bIns="0" lIns="0" spcFirstLastPara="1" rIns="0" wrap="square" tIns="0">
            <a:noAutofit/>
          </a:bodyPr>
          <a:lstStyle>
            <a:lvl1pPr lvl="0" rtl="0">
              <a:spcBef>
                <a:spcPts val="0"/>
              </a:spcBef>
              <a:spcAft>
                <a:spcPts val="0"/>
              </a:spcAft>
              <a:buSzPts val="22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4" name="Google Shape;74;p11"/>
          <p:cNvSpPr txBox="1"/>
          <p:nvPr>
            <p:ph idx="1" type="body"/>
          </p:nvPr>
        </p:nvSpPr>
        <p:spPr>
          <a:xfrm>
            <a:off x="457200" y="1389600"/>
            <a:ext cx="2662500" cy="3179400"/>
          </a:xfrm>
          <a:prstGeom prst="rect">
            <a:avLst/>
          </a:prstGeom>
        </p:spPr>
        <p:txBody>
          <a:bodyPr anchorCtr="0" anchor="t" bIns="0" lIns="0" spcFirstLastPara="1" rIns="0" wrap="square" tIns="0">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75" name="Google Shape;75;p11"/>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6" name="Google Shape;76;p11"/>
          <p:cNvSpPr txBox="1"/>
          <p:nvPr>
            <p:ph idx="2" type="subTitle"/>
          </p:nvPr>
        </p:nvSpPr>
        <p:spPr>
          <a:xfrm>
            <a:off x="4547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pic>
        <p:nvPicPr>
          <p:cNvPr id="77" name="Google Shape;77;p11"/>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78" name="Google Shape;78;p11"/>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ight Half Block Grey">
  <p:cSld name="ONE_COLUMN_TEXT_1_1">
    <p:spTree>
      <p:nvGrpSpPr>
        <p:cNvPr id="79" name="Shape 79"/>
        <p:cNvGrpSpPr/>
        <p:nvPr/>
      </p:nvGrpSpPr>
      <p:grpSpPr>
        <a:xfrm>
          <a:off x="0" y="0"/>
          <a:ext cx="0" cy="0"/>
          <a:chOff x="0" y="0"/>
          <a:chExt cx="0" cy="0"/>
        </a:xfrm>
      </p:grpSpPr>
      <p:sp>
        <p:nvSpPr>
          <p:cNvPr id="80" name="Google Shape;80;p12"/>
          <p:cNvSpPr/>
          <p:nvPr/>
        </p:nvSpPr>
        <p:spPr>
          <a:xfrm rot="-5400000">
            <a:off x="4280175" y="297150"/>
            <a:ext cx="5157300" cy="4554600"/>
          </a:xfrm>
          <a:prstGeom prst="rect">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2"/>
          <p:cNvSpPr txBox="1"/>
          <p:nvPr>
            <p:ph type="title"/>
          </p:nvPr>
        </p:nvSpPr>
        <p:spPr>
          <a:xfrm>
            <a:off x="457200" y="445025"/>
            <a:ext cx="2662500" cy="755700"/>
          </a:xfrm>
          <a:prstGeom prst="rect">
            <a:avLst/>
          </a:prstGeom>
        </p:spPr>
        <p:txBody>
          <a:bodyPr anchorCtr="0" anchor="t" bIns="0" lIns="0" spcFirstLastPara="1" rIns="0" wrap="square" tIns="0">
            <a:noAutofit/>
          </a:bodyPr>
          <a:lstStyle>
            <a:lvl1pPr lvl="0" rtl="0">
              <a:spcBef>
                <a:spcPts val="0"/>
              </a:spcBef>
              <a:spcAft>
                <a:spcPts val="0"/>
              </a:spcAft>
              <a:buSzPts val="22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82" name="Google Shape;82;p12"/>
          <p:cNvSpPr txBox="1"/>
          <p:nvPr>
            <p:ph idx="1" type="body"/>
          </p:nvPr>
        </p:nvSpPr>
        <p:spPr>
          <a:xfrm>
            <a:off x="457200" y="1389600"/>
            <a:ext cx="2662500" cy="3179400"/>
          </a:xfrm>
          <a:prstGeom prst="rect">
            <a:avLst/>
          </a:prstGeom>
        </p:spPr>
        <p:txBody>
          <a:bodyPr anchorCtr="0" anchor="t" bIns="0" lIns="0" spcFirstLastPara="1" rIns="0" wrap="square" tIns="0">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83" name="Google Shape;83;p12"/>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4" name="Google Shape;84;p12"/>
          <p:cNvSpPr txBox="1"/>
          <p:nvPr>
            <p:ph idx="2" type="subTitle"/>
          </p:nvPr>
        </p:nvSpPr>
        <p:spPr>
          <a:xfrm>
            <a:off x="4547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pic>
        <p:nvPicPr>
          <p:cNvPr id="85" name="Google Shape;85;p12"/>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86" name="Google Shape;86;p12"/>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3168">
          <p15:clr>
            <a:srgbClr val="FA7B17"/>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ft Half Block Grey">
  <p:cSld name="ONE_COLUMN_TEXT_1_1_1">
    <p:spTree>
      <p:nvGrpSpPr>
        <p:cNvPr id="87" name="Shape 87"/>
        <p:cNvGrpSpPr/>
        <p:nvPr/>
      </p:nvGrpSpPr>
      <p:grpSpPr>
        <a:xfrm>
          <a:off x="0" y="0"/>
          <a:ext cx="0" cy="0"/>
          <a:chOff x="0" y="0"/>
          <a:chExt cx="0" cy="0"/>
        </a:xfrm>
      </p:grpSpPr>
      <p:sp>
        <p:nvSpPr>
          <p:cNvPr id="88" name="Google Shape;88;p13"/>
          <p:cNvSpPr/>
          <p:nvPr/>
        </p:nvSpPr>
        <p:spPr>
          <a:xfrm rot="-5400000">
            <a:off x="-292650" y="288450"/>
            <a:ext cx="5157300" cy="4572000"/>
          </a:xfrm>
          <a:prstGeom prst="rect">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3"/>
          <p:cNvSpPr txBox="1"/>
          <p:nvPr>
            <p:ph type="title"/>
          </p:nvPr>
        </p:nvSpPr>
        <p:spPr>
          <a:xfrm>
            <a:off x="5031700" y="445025"/>
            <a:ext cx="2662500" cy="755700"/>
          </a:xfrm>
          <a:prstGeom prst="rect">
            <a:avLst/>
          </a:prstGeom>
        </p:spPr>
        <p:txBody>
          <a:bodyPr anchorCtr="0" anchor="t" bIns="0" lIns="0" spcFirstLastPara="1" rIns="0" wrap="square" tIns="0">
            <a:noAutofit/>
          </a:bodyPr>
          <a:lstStyle>
            <a:lvl1pPr lvl="0" rtl="0">
              <a:spcBef>
                <a:spcPts val="0"/>
              </a:spcBef>
              <a:spcAft>
                <a:spcPts val="0"/>
              </a:spcAft>
              <a:buSzPts val="22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0" name="Google Shape;90;p13"/>
          <p:cNvSpPr txBox="1"/>
          <p:nvPr>
            <p:ph idx="1" type="body"/>
          </p:nvPr>
        </p:nvSpPr>
        <p:spPr>
          <a:xfrm>
            <a:off x="5031700" y="1389600"/>
            <a:ext cx="2662500" cy="3179400"/>
          </a:xfrm>
          <a:prstGeom prst="rect">
            <a:avLst/>
          </a:prstGeom>
        </p:spPr>
        <p:txBody>
          <a:bodyPr anchorCtr="0" anchor="t" bIns="0" lIns="0" spcFirstLastPara="1" rIns="0" wrap="square" tIns="0">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91" name="Google Shape;91;p13"/>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2" name="Google Shape;92;p13"/>
          <p:cNvSpPr txBox="1"/>
          <p:nvPr>
            <p:ph idx="2" type="subTitle"/>
          </p:nvPr>
        </p:nvSpPr>
        <p:spPr>
          <a:xfrm>
            <a:off x="5029200" y="0"/>
            <a:ext cx="41148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pic>
        <p:nvPicPr>
          <p:cNvPr id="93" name="Google Shape;93;p13"/>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94" name="Google Shape;94;p13"/>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3168">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5" name="Shape 95"/>
        <p:cNvGrpSpPr/>
        <p:nvPr/>
      </p:nvGrpSpPr>
      <p:grpSpPr>
        <a:xfrm>
          <a:off x="0" y="0"/>
          <a:ext cx="0" cy="0"/>
          <a:chOff x="0" y="0"/>
          <a:chExt cx="0" cy="0"/>
        </a:xfrm>
      </p:grpSpPr>
      <p:sp>
        <p:nvSpPr>
          <p:cNvPr id="96" name="Google Shape;96;p14"/>
          <p:cNvSpPr txBox="1"/>
          <p:nvPr>
            <p:ph type="title"/>
          </p:nvPr>
        </p:nvSpPr>
        <p:spPr>
          <a:xfrm>
            <a:off x="490250" y="450150"/>
            <a:ext cx="6367800" cy="4090800"/>
          </a:xfrm>
          <a:prstGeom prst="rect">
            <a:avLst/>
          </a:prstGeom>
        </p:spPr>
        <p:txBody>
          <a:bodyPr anchorCtr="0" anchor="ctr" bIns="0" lIns="0" spcFirstLastPara="1" rIns="0"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97" name="Google Shape;97;p14"/>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98" name="Google Shape;98;p14"/>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99" name="Google Shape;99;p14"/>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Third w. Preset Image diagonal">
  <p:cSld name="SECTION_TITLE_AND_DESCRIPTION_1">
    <p:spTree>
      <p:nvGrpSpPr>
        <p:cNvPr id="100" name="Shape 100"/>
        <p:cNvGrpSpPr/>
        <p:nvPr/>
      </p:nvGrpSpPr>
      <p:grpSpPr>
        <a:xfrm>
          <a:off x="0" y="0"/>
          <a:ext cx="0" cy="0"/>
          <a:chOff x="0" y="0"/>
          <a:chExt cx="0" cy="0"/>
        </a:xfrm>
      </p:grpSpPr>
      <p:sp>
        <p:nvSpPr>
          <p:cNvPr id="101" name="Google Shape;101;p15"/>
          <p:cNvSpPr txBox="1"/>
          <p:nvPr>
            <p:ph type="title"/>
          </p:nvPr>
        </p:nvSpPr>
        <p:spPr>
          <a:xfrm>
            <a:off x="457200" y="1830600"/>
            <a:ext cx="2394900" cy="1482300"/>
          </a:xfrm>
          <a:prstGeom prst="rect">
            <a:avLst/>
          </a:prstGeom>
        </p:spPr>
        <p:txBody>
          <a:bodyPr anchorCtr="0" anchor="ctr" bIns="0" lIns="0" spcFirstLastPara="1" rIns="0" wrap="square" tIns="0">
            <a:noAutofit/>
          </a:bodyPr>
          <a:lstStyle>
            <a:lvl1pPr lvl="0" rtl="0">
              <a:spcBef>
                <a:spcPts val="0"/>
              </a:spcBef>
              <a:spcAft>
                <a:spcPts val="0"/>
              </a:spcAft>
              <a:buSzPts val="22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02" name="Google Shape;102;p15"/>
          <p:cNvSpPr txBox="1"/>
          <p:nvPr>
            <p:ph idx="1" type="body"/>
          </p:nvPr>
        </p:nvSpPr>
        <p:spPr>
          <a:xfrm>
            <a:off x="3883700" y="679775"/>
            <a:ext cx="4803300" cy="37161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03" name="Google Shape;103;p15"/>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04" name="Google Shape;104;p15"/>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105" name="Google Shape;105;p15"/>
          <p:cNvSpPr txBox="1"/>
          <p:nvPr>
            <p:ph idx="2" type="subTitle"/>
          </p:nvPr>
        </p:nvSpPr>
        <p:spPr>
          <a:xfrm>
            <a:off x="38837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06" name="Google Shape;106;p15"/>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Third w. gold diagonal">
  <p:cSld name="SECTION_TITLE_AND_DESCRIPTION_1_2">
    <p:spTree>
      <p:nvGrpSpPr>
        <p:cNvPr id="107" name="Shape 107"/>
        <p:cNvGrpSpPr/>
        <p:nvPr/>
      </p:nvGrpSpPr>
      <p:grpSpPr>
        <a:xfrm>
          <a:off x="0" y="0"/>
          <a:ext cx="0" cy="0"/>
          <a:chOff x="0" y="0"/>
          <a:chExt cx="0" cy="0"/>
        </a:xfrm>
      </p:grpSpPr>
      <p:sp>
        <p:nvSpPr>
          <p:cNvPr id="108" name="Google Shape;108;p16"/>
          <p:cNvSpPr/>
          <p:nvPr/>
        </p:nvSpPr>
        <p:spPr>
          <a:xfrm rot="5400000">
            <a:off x="-1116925" y="1090500"/>
            <a:ext cx="5157300" cy="295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6"/>
          <p:cNvSpPr txBox="1"/>
          <p:nvPr>
            <p:ph type="title"/>
          </p:nvPr>
        </p:nvSpPr>
        <p:spPr>
          <a:xfrm>
            <a:off x="457200" y="1830600"/>
            <a:ext cx="2394900" cy="1482300"/>
          </a:xfrm>
          <a:prstGeom prst="rect">
            <a:avLst/>
          </a:prstGeom>
        </p:spPr>
        <p:txBody>
          <a:bodyPr anchorCtr="0" anchor="ctr" bIns="0" lIns="0" spcFirstLastPara="1" rIns="0" wrap="square" tIns="0">
            <a:noAutofit/>
          </a:bodyPr>
          <a:lstStyle>
            <a:lvl1pPr lvl="0" rtl="0">
              <a:spcBef>
                <a:spcPts val="0"/>
              </a:spcBef>
              <a:spcAft>
                <a:spcPts val="0"/>
              </a:spcAft>
              <a:buSzPts val="22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10" name="Google Shape;110;p16"/>
          <p:cNvSpPr txBox="1"/>
          <p:nvPr>
            <p:ph idx="1" type="body"/>
          </p:nvPr>
        </p:nvSpPr>
        <p:spPr>
          <a:xfrm>
            <a:off x="3883700" y="679775"/>
            <a:ext cx="4803300" cy="37161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11" name="Google Shape;111;p16"/>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12" name="Google Shape;112;p16"/>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113" name="Google Shape;113;p16"/>
          <p:cNvSpPr txBox="1"/>
          <p:nvPr>
            <p:ph idx="2" type="subTitle"/>
          </p:nvPr>
        </p:nvSpPr>
        <p:spPr>
          <a:xfrm>
            <a:off x="38837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14" name="Google Shape;114;p16"/>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6"/>
          <p:cNvSpPr/>
          <p:nvPr/>
        </p:nvSpPr>
        <p:spPr>
          <a:xfrm rot="5400000">
            <a:off x="606575" y="2324100"/>
            <a:ext cx="5159100" cy="4953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Third w. gold">
  <p:cSld name="SECTION_TITLE_AND_DESCRIPTION_1_2_2">
    <p:spTree>
      <p:nvGrpSpPr>
        <p:cNvPr id="116" name="Shape 116"/>
        <p:cNvGrpSpPr/>
        <p:nvPr/>
      </p:nvGrpSpPr>
      <p:grpSpPr>
        <a:xfrm>
          <a:off x="0" y="0"/>
          <a:ext cx="0" cy="0"/>
          <a:chOff x="0" y="0"/>
          <a:chExt cx="0" cy="0"/>
        </a:xfrm>
      </p:grpSpPr>
      <p:sp>
        <p:nvSpPr>
          <p:cNvPr id="117" name="Google Shape;117;p17"/>
          <p:cNvSpPr/>
          <p:nvPr/>
        </p:nvSpPr>
        <p:spPr>
          <a:xfrm rot="5400000">
            <a:off x="-985950" y="959550"/>
            <a:ext cx="5157300" cy="3215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7"/>
          <p:cNvSpPr txBox="1"/>
          <p:nvPr>
            <p:ph type="title"/>
          </p:nvPr>
        </p:nvSpPr>
        <p:spPr>
          <a:xfrm>
            <a:off x="457200" y="1830600"/>
            <a:ext cx="2394900" cy="1482300"/>
          </a:xfrm>
          <a:prstGeom prst="rect">
            <a:avLst/>
          </a:prstGeom>
        </p:spPr>
        <p:txBody>
          <a:bodyPr anchorCtr="0" anchor="ctr" bIns="0" lIns="0" spcFirstLastPara="1" rIns="0" wrap="square" tIns="0">
            <a:noAutofit/>
          </a:bodyPr>
          <a:lstStyle>
            <a:lvl1pPr lvl="0" rtl="0">
              <a:spcBef>
                <a:spcPts val="0"/>
              </a:spcBef>
              <a:spcAft>
                <a:spcPts val="0"/>
              </a:spcAft>
              <a:buSzPts val="22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19" name="Google Shape;119;p17"/>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20" name="Google Shape;120;p17"/>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121" name="Google Shape;121;p17"/>
          <p:cNvSpPr txBox="1"/>
          <p:nvPr>
            <p:ph idx="1" type="subTitle"/>
          </p:nvPr>
        </p:nvSpPr>
        <p:spPr>
          <a:xfrm>
            <a:off x="367415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22" name="Google Shape;122;p17"/>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7"/>
          <p:cNvSpPr txBox="1"/>
          <p:nvPr>
            <p:ph idx="2" type="body"/>
          </p:nvPr>
        </p:nvSpPr>
        <p:spPr>
          <a:xfrm>
            <a:off x="3674150" y="679775"/>
            <a:ext cx="4803300" cy="37161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Third w. Grey diagonal">
  <p:cSld name="SECTION_TITLE_AND_DESCRIPTION_1_2_1">
    <p:spTree>
      <p:nvGrpSpPr>
        <p:cNvPr id="124" name="Shape 124"/>
        <p:cNvGrpSpPr/>
        <p:nvPr/>
      </p:nvGrpSpPr>
      <p:grpSpPr>
        <a:xfrm>
          <a:off x="0" y="0"/>
          <a:ext cx="0" cy="0"/>
          <a:chOff x="0" y="0"/>
          <a:chExt cx="0" cy="0"/>
        </a:xfrm>
      </p:grpSpPr>
      <p:sp>
        <p:nvSpPr>
          <p:cNvPr id="125" name="Google Shape;125;p18"/>
          <p:cNvSpPr/>
          <p:nvPr/>
        </p:nvSpPr>
        <p:spPr>
          <a:xfrm rot="5400000">
            <a:off x="-1116925" y="1090500"/>
            <a:ext cx="5157300" cy="2953500"/>
          </a:xfrm>
          <a:prstGeom prst="rect">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8"/>
          <p:cNvSpPr txBox="1"/>
          <p:nvPr>
            <p:ph type="title"/>
          </p:nvPr>
        </p:nvSpPr>
        <p:spPr>
          <a:xfrm>
            <a:off x="457200" y="1830600"/>
            <a:ext cx="2394900" cy="1482300"/>
          </a:xfrm>
          <a:prstGeom prst="rect">
            <a:avLst/>
          </a:prstGeom>
        </p:spPr>
        <p:txBody>
          <a:bodyPr anchorCtr="0" anchor="ctr" bIns="0" lIns="0" spcFirstLastPara="1" rIns="0" wrap="square" tIns="0">
            <a:noAutofit/>
          </a:bodyPr>
          <a:lstStyle>
            <a:lvl1pPr lvl="0" rtl="0">
              <a:spcBef>
                <a:spcPts val="0"/>
              </a:spcBef>
              <a:spcAft>
                <a:spcPts val="0"/>
              </a:spcAft>
              <a:buSzPts val="22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27" name="Google Shape;127;p18"/>
          <p:cNvSpPr txBox="1"/>
          <p:nvPr>
            <p:ph idx="1" type="body"/>
          </p:nvPr>
        </p:nvSpPr>
        <p:spPr>
          <a:xfrm>
            <a:off x="3883700" y="679775"/>
            <a:ext cx="4803300" cy="37161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28" name="Google Shape;128;p18"/>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29" name="Google Shape;129;p18"/>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130" name="Google Shape;130;p18"/>
          <p:cNvSpPr txBox="1"/>
          <p:nvPr>
            <p:ph idx="2" type="subTitle"/>
          </p:nvPr>
        </p:nvSpPr>
        <p:spPr>
          <a:xfrm>
            <a:off x="38837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31" name="Google Shape;131;p18"/>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8"/>
          <p:cNvSpPr/>
          <p:nvPr/>
        </p:nvSpPr>
        <p:spPr>
          <a:xfrm rot="5400000">
            <a:off x="606575" y="2324100"/>
            <a:ext cx="5159100" cy="495300"/>
          </a:xfrm>
          <a:prstGeom prst="rtTriangl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2163">
          <p15:clr>
            <a:srgbClr val="FA7B17"/>
          </p15:clr>
        </p15:guide>
        <p15:guide id="2" pos="2446">
          <p15:clr>
            <a:srgbClr val="FA7B17"/>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Third w. grey">
  <p:cSld name="SECTION_TITLE_AND_DESCRIPTION_1_2_2_1">
    <p:spTree>
      <p:nvGrpSpPr>
        <p:cNvPr id="133" name="Shape 133"/>
        <p:cNvGrpSpPr/>
        <p:nvPr/>
      </p:nvGrpSpPr>
      <p:grpSpPr>
        <a:xfrm>
          <a:off x="0" y="0"/>
          <a:ext cx="0" cy="0"/>
          <a:chOff x="0" y="0"/>
          <a:chExt cx="0" cy="0"/>
        </a:xfrm>
      </p:grpSpPr>
      <p:sp>
        <p:nvSpPr>
          <p:cNvPr id="134" name="Google Shape;134;p19"/>
          <p:cNvSpPr/>
          <p:nvPr/>
        </p:nvSpPr>
        <p:spPr>
          <a:xfrm rot="5400000">
            <a:off x="-990675" y="964350"/>
            <a:ext cx="5157300" cy="3205800"/>
          </a:xfrm>
          <a:prstGeom prst="rect">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9"/>
          <p:cNvSpPr txBox="1"/>
          <p:nvPr>
            <p:ph type="title"/>
          </p:nvPr>
        </p:nvSpPr>
        <p:spPr>
          <a:xfrm>
            <a:off x="457200" y="1830600"/>
            <a:ext cx="2394900" cy="1482300"/>
          </a:xfrm>
          <a:prstGeom prst="rect">
            <a:avLst/>
          </a:prstGeom>
        </p:spPr>
        <p:txBody>
          <a:bodyPr anchorCtr="0" anchor="ctr" bIns="0" lIns="0" spcFirstLastPara="1" rIns="0" wrap="square" tIns="0">
            <a:noAutofit/>
          </a:bodyPr>
          <a:lstStyle>
            <a:lvl1pPr lvl="0" rtl="0">
              <a:spcBef>
                <a:spcPts val="0"/>
              </a:spcBef>
              <a:spcAft>
                <a:spcPts val="0"/>
              </a:spcAft>
              <a:buSzPts val="22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36" name="Google Shape;136;p19"/>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37" name="Google Shape;137;p19"/>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138" name="Google Shape;138;p19"/>
          <p:cNvSpPr txBox="1"/>
          <p:nvPr>
            <p:ph idx="1" type="subTitle"/>
          </p:nvPr>
        </p:nvSpPr>
        <p:spPr>
          <a:xfrm>
            <a:off x="3664625"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39" name="Google Shape;139;p19"/>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9"/>
          <p:cNvSpPr txBox="1"/>
          <p:nvPr>
            <p:ph idx="2" type="body"/>
          </p:nvPr>
        </p:nvSpPr>
        <p:spPr>
          <a:xfrm>
            <a:off x="3674150" y="679775"/>
            <a:ext cx="4803300" cy="37161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Thirds w. Preset Image">
  <p:cSld name="SECTION_TITLE_AND_DESCRIPTION_1_1">
    <p:spTree>
      <p:nvGrpSpPr>
        <p:cNvPr id="141" name="Shape 141"/>
        <p:cNvGrpSpPr/>
        <p:nvPr/>
      </p:nvGrpSpPr>
      <p:grpSpPr>
        <a:xfrm>
          <a:off x="0" y="0"/>
          <a:ext cx="0" cy="0"/>
          <a:chOff x="0" y="0"/>
          <a:chExt cx="0" cy="0"/>
        </a:xfrm>
      </p:grpSpPr>
      <p:sp>
        <p:nvSpPr>
          <p:cNvPr id="142" name="Google Shape;142;p20"/>
          <p:cNvSpPr txBox="1"/>
          <p:nvPr>
            <p:ph type="title"/>
          </p:nvPr>
        </p:nvSpPr>
        <p:spPr>
          <a:xfrm>
            <a:off x="457200" y="1830600"/>
            <a:ext cx="2394900" cy="1482300"/>
          </a:xfrm>
          <a:prstGeom prst="rect">
            <a:avLst/>
          </a:prstGeom>
        </p:spPr>
        <p:txBody>
          <a:bodyPr anchorCtr="0" anchor="ctr" bIns="0" lIns="0" spcFirstLastPara="1" rIns="0" wrap="square" tIns="0">
            <a:noAutofit/>
          </a:bodyPr>
          <a:lstStyle>
            <a:lvl1pPr lvl="0" rtl="0">
              <a:spcBef>
                <a:spcPts val="0"/>
              </a:spcBef>
              <a:spcAft>
                <a:spcPts val="0"/>
              </a:spcAft>
              <a:buSzPts val="22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43" name="Google Shape;143;p20"/>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44" name="Google Shape;144;p20"/>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145" name="Google Shape;145;p20"/>
          <p:cNvSpPr txBox="1"/>
          <p:nvPr>
            <p:ph idx="1" type="subTitle"/>
          </p:nvPr>
        </p:nvSpPr>
        <p:spPr>
          <a:xfrm>
            <a:off x="4572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46" name="Google Shape;146;p20"/>
          <p:cNvSpPr txBox="1"/>
          <p:nvPr>
            <p:ph idx="2" type="body"/>
          </p:nvPr>
        </p:nvSpPr>
        <p:spPr>
          <a:xfrm>
            <a:off x="3883700" y="679775"/>
            <a:ext cx="4803300" cy="37161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47" name="Google Shape;147;p20"/>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Thirds w. gold? diagonal">
  <p:cSld name="SECTION_TITLE_AND_DESCRIPTION_1_1_1">
    <p:spTree>
      <p:nvGrpSpPr>
        <p:cNvPr id="148" name="Shape 148"/>
        <p:cNvGrpSpPr/>
        <p:nvPr/>
      </p:nvGrpSpPr>
      <p:grpSpPr>
        <a:xfrm>
          <a:off x="0" y="0"/>
          <a:ext cx="0" cy="0"/>
          <a:chOff x="0" y="0"/>
          <a:chExt cx="0" cy="0"/>
        </a:xfrm>
      </p:grpSpPr>
      <p:sp>
        <p:nvSpPr>
          <p:cNvPr id="149" name="Google Shape;149;p21"/>
          <p:cNvSpPr/>
          <p:nvPr/>
        </p:nvSpPr>
        <p:spPr>
          <a:xfrm rot="-5400000">
            <a:off x="623900" y="2322300"/>
            <a:ext cx="5159100" cy="4953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1"/>
          <p:cNvSpPr/>
          <p:nvPr/>
        </p:nvSpPr>
        <p:spPr>
          <a:xfrm rot="-5400000">
            <a:off x="3714950" y="-268050"/>
            <a:ext cx="5157300" cy="5685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1"/>
          <p:cNvSpPr txBox="1"/>
          <p:nvPr>
            <p:ph type="title"/>
          </p:nvPr>
        </p:nvSpPr>
        <p:spPr>
          <a:xfrm>
            <a:off x="457200" y="1830600"/>
            <a:ext cx="2394900" cy="1482300"/>
          </a:xfrm>
          <a:prstGeom prst="rect">
            <a:avLst/>
          </a:prstGeom>
        </p:spPr>
        <p:txBody>
          <a:bodyPr anchorCtr="0" anchor="ctr" bIns="0" lIns="0" spcFirstLastPara="1" rIns="0" wrap="square" tIns="0">
            <a:noAutofit/>
          </a:bodyPr>
          <a:lstStyle>
            <a:lvl1pPr lvl="0" rtl="0">
              <a:spcBef>
                <a:spcPts val="0"/>
              </a:spcBef>
              <a:spcAft>
                <a:spcPts val="0"/>
              </a:spcAft>
              <a:buSzPts val="22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52" name="Google Shape;152;p21"/>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53" name="Google Shape;153;p21"/>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154" name="Google Shape;154;p21"/>
          <p:cNvSpPr txBox="1"/>
          <p:nvPr>
            <p:ph idx="1" type="subTitle"/>
          </p:nvPr>
        </p:nvSpPr>
        <p:spPr>
          <a:xfrm>
            <a:off x="4572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55" name="Google Shape;155;p21"/>
          <p:cNvSpPr txBox="1"/>
          <p:nvPr>
            <p:ph idx="2" type="body"/>
          </p:nvPr>
        </p:nvSpPr>
        <p:spPr>
          <a:xfrm>
            <a:off x="3883700" y="679775"/>
            <a:ext cx="4803300" cy="37161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56" name="Google Shape;156;p21"/>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Thirds w. gold?">
  <p:cSld name="SECTION_TITLE_AND_DESCRIPTION_1_1_1_2">
    <p:spTree>
      <p:nvGrpSpPr>
        <p:cNvPr id="157" name="Shape 157"/>
        <p:cNvGrpSpPr/>
        <p:nvPr/>
      </p:nvGrpSpPr>
      <p:grpSpPr>
        <a:xfrm>
          <a:off x="0" y="0"/>
          <a:ext cx="0" cy="0"/>
          <a:chOff x="0" y="0"/>
          <a:chExt cx="0" cy="0"/>
        </a:xfrm>
      </p:grpSpPr>
      <p:sp>
        <p:nvSpPr>
          <p:cNvPr id="158" name="Google Shape;158;p22"/>
          <p:cNvSpPr/>
          <p:nvPr/>
        </p:nvSpPr>
        <p:spPr>
          <a:xfrm rot="-5400000">
            <a:off x="3594375" y="-388650"/>
            <a:ext cx="5157300" cy="592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2"/>
          <p:cNvSpPr txBox="1"/>
          <p:nvPr>
            <p:ph type="title"/>
          </p:nvPr>
        </p:nvSpPr>
        <p:spPr>
          <a:xfrm>
            <a:off x="457200" y="1830600"/>
            <a:ext cx="2394900" cy="1482300"/>
          </a:xfrm>
          <a:prstGeom prst="rect">
            <a:avLst/>
          </a:prstGeom>
        </p:spPr>
        <p:txBody>
          <a:bodyPr anchorCtr="0" anchor="ctr" bIns="0" lIns="0" spcFirstLastPara="1" rIns="0" wrap="square" tIns="0">
            <a:noAutofit/>
          </a:bodyPr>
          <a:lstStyle>
            <a:lvl1pPr lvl="0" rtl="0">
              <a:spcBef>
                <a:spcPts val="0"/>
              </a:spcBef>
              <a:spcAft>
                <a:spcPts val="0"/>
              </a:spcAft>
              <a:buSzPts val="22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60" name="Google Shape;160;p22"/>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61" name="Google Shape;161;p22"/>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162" name="Google Shape;162;p22"/>
          <p:cNvSpPr txBox="1"/>
          <p:nvPr>
            <p:ph idx="1" type="subTitle"/>
          </p:nvPr>
        </p:nvSpPr>
        <p:spPr>
          <a:xfrm>
            <a:off x="4572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63" name="Google Shape;163;p22"/>
          <p:cNvSpPr txBox="1"/>
          <p:nvPr>
            <p:ph idx="2" type="body"/>
          </p:nvPr>
        </p:nvSpPr>
        <p:spPr>
          <a:xfrm>
            <a:off x="3674150" y="679775"/>
            <a:ext cx="4803300" cy="37161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64" name="Google Shape;164;p22"/>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Thirds w. grey diagonal">
  <p:cSld name="SECTION_TITLE_AND_DESCRIPTION_1_1_1_1">
    <p:spTree>
      <p:nvGrpSpPr>
        <p:cNvPr id="165" name="Shape 165"/>
        <p:cNvGrpSpPr/>
        <p:nvPr/>
      </p:nvGrpSpPr>
      <p:grpSpPr>
        <a:xfrm>
          <a:off x="0" y="0"/>
          <a:ext cx="0" cy="0"/>
          <a:chOff x="0" y="0"/>
          <a:chExt cx="0" cy="0"/>
        </a:xfrm>
      </p:grpSpPr>
      <p:sp>
        <p:nvSpPr>
          <p:cNvPr id="166" name="Google Shape;166;p23"/>
          <p:cNvSpPr/>
          <p:nvPr/>
        </p:nvSpPr>
        <p:spPr>
          <a:xfrm rot="-5400000">
            <a:off x="623900" y="2322300"/>
            <a:ext cx="5159100" cy="495300"/>
          </a:xfrm>
          <a:prstGeom prst="rtTriangl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3"/>
          <p:cNvSpPr/>
          <p:nvPr/>
        </p:nvSpPr>
        <p:spPr>
          <a:xfrm rot="-5400000">
            <a:off x="3714950" y="-268050"/>
            <a:ext cx="5157300" cy="5685000"/>
          </a:xfrm>
          <a:prstGeom prst="rect">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3"/>
          <p:cNvSpPr txBox="1"/>
          <p:nvPr>
            <p:ph type="title"/>
          </p:nvPr>
        </p:nvSpPr>
        <p:spPr>
          <a:xfrm>
            <a:off x="457200" y="1830600"/>
            <a:ext cx="2394900" cy="1482300"/>
          </a:xfrm>
          <a:prstGeom prst="rect">
            <a:avLst/>
          </a:prstGeom>
        </p:spPr>
        <p:txBody>
          <a:bodyPr anchorCtr="0" anchor="ctr" bIns="0" lIns="0" spcFirstLastPara="1" rIns="0" wrap="square" tIns="0">
            <a:noAutofit/>
          </a:bodyPr>
          <a:lstStyle>
            <a:lvl1pPr lvl="0" rtl="0">
              <a:spcBef>
                <a:spcPts val="0"/>
              </a:spcBef>
              <a:spcAft>
                <a:spcPts val="0"/>
              </a:spcAft>
              <a:buSzPts val="22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69" name="Google Shape;169;p23"/>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70" name="Google Shape;170;p23"/>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171" name="Google Shape;171;p23"/>
          <p:cNvSpPr txBox="1"/>
          <p:nvPr>
            <p:ph idx="1" type="subTitle"/>
          </p:nvPr>
        </p:nvSpPr>
        <p:spPr>
          <a:xfrm>
            <a:off x="4572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72" name="Google Shape;172;p23"/>
          <p:cNvSpPr txBox="1"/>
          <p:nvPr>
            <p:ph idx="2" type="body"/>
          </p:nvPr>
        </p:nvSpPr>
        <p:spPr>
          <a:xfrm>
            <a:off x="3883700" y="679775"/>
            <a:ext cx="4803300" cy="37161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73" name="Google Shape;173;p23"/>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Thirds w. grey">
  <p:cSld name="SECTION_TITLE_AND_DESCRIPTION_1_1_1_3">
    <p:spTree>
      <p:nvGrpSpPr>
        <p:cNvPr id="174" name="Shape 174"/>
        <p:cNvGrpSpPr/>
        <p:nvPr/>
      </p:nvGrpSpPr>
      <p:grpSpPr>
        <a:xfrm>
          <a:off x="0" y="0"/>
          <a:ext cx="0" cy="0"/>
          <a:chOff x="0" y="0"/>
          <a:chExt cx="0" cy="0"/>
        </a:xfrm>
      </p:grpSpPr>
      <p:sp>
        <p:nvSpPr>
          <p:cNvPr id="175" name="Google Shape;175;p24"/>
          <p:cNvSpPr/>
          <p:nvPr/>
        </p:nvSpPr>
        <p:spPr>
          <a:xfrm rot="-5400000">
            <a:off x="3594375" y="-388650"/>
            <a:ext cx="5157300" cy="5926200"/>
          </a:xfrm>
          <a:prstGeom prst="rect">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4"/>
          <p:cNvSpPr txBox="1"/>
          <p:nvPr>
            <p:ph type="title"/>
          </p:nvPr>
        </p:nvSpPr>
        <p:spPr>
          <a:xfrm>
            <a:off x="457200" y="1830600"/>
            <a:ext cx="2394900" cy="1482300"/>
          </a:xfrm>
          <a:prstGeom prst="rect">
            <a:avLst/>
          </a:prstGeom>
        </p:spPr>
        <p:txBody>
          <a:bodyPr anchorCtr="0" anchor="ctr" bIns="0" lIns="0" spcFirstLastPara="1" rIns="0" wrap="square" tIns="0">
            <a:noAutofit/>
          </a:bodyPr>
          <a:lstStyle>
            <a:lvl1pPr lvl="0" rtl="0">
              <a:spcBef>
                <a:spcPts val="0"/>
              </a:spcBef>
              <a:spcAft>
                <a:spcPts val="0"/>
              </a:spcAft>
              <a:buSzPts val="22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77" name="Google Shape;177;p24"/>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78" name="Google Shape;178;p24"/>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179" name="Google Shape;179;p24"/>
          <p:cNvSpPr txBox="1"/>
          <p:nvPr>
            <p:ph idx="1" type="subTitle"/>
          </p:nvPr>
        </p:nvSpPr>
        <p:spPr>
          <a:xfrm>
            <a:off x="4572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80" name="Google Shape;180;p24"/>
          <p:cNvSpPr txBox="1"/>
          <p:nvPr>
            <p:ph idx="2" type="body"/>
          </p:nvPr>
        </p:nvSpPr>
        <p:spPr>
          <a:xfrm>
            <a:off x="3674150" y="679775"/>
            <a:ext cx="4803300" cy="37161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81" name="Google Shape;181;p24"/>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82" name="Shape 182"/>
        <p:cNvGrpSpPr/>
        <p:nvPr/>
      </p:nvGrpSpPr>
      <p:grpSpPr>
        <a:xfrm>
          <a:off x="0" y="0"/>
          <a:ext cx="0" cy="0"/>
          <a:chOff x="0" y="0"/>
          <a:chExt cx="0" cy="0"/>
        </a:xfrm>
      </p:grpSpPr>
      <p:sp>
        <p:nvSpPr>
          <p:cNvPr id="183" name="Google Shape;183;p25"/>
          <p:cNvSpPr txBox="1"/>
          <p:nvPr>
            <p:ph idx="1" type="body"/>
          </p:nvPr>
        </p:nvSpPr>
        <p:spPr>
          <a:xfrm>
            <a:off x="457200" y="3963900"/>
            <a:ext cx="5998800" cy="605100"/>
          </a:xfrm>
          <a:prstGeom prst="rect">
            <a:avLst/>
          </a:prstGeom>
        </p:spPr>
        <p:txBody>
          <a:bodyPr anchorCtr="0" anchor="ctr" bIns="0" lIns="0" spcFirstLastPara="1" rIns="0" wrap="square" tIns="0">
            <a:noAutofit/>
          </a:bodyPr>
          <a:lstStyle>
            <a:lvl1pPr indent="-228600" lvl="0" marL="457200">
              <a:lnSpc>
                <a:spcPct val="100000"/>
              </a:lnSpc>
              <a:spcBef>
                <a:spcPts val="0"/>
              </a:spcBef>
              <a:spcAft>
                <a:spcPts val="0"/>
              </a:spcAft>
              <a:buSzPts val="1400"/>
              <a:buNone/>
              <a:defRPr/>
            </a:lvl1pPr>
          </a:lstStyle>
          <a:p/>
        </p:txBody>
      </p:sp>
      <p:sp>
        <p:nvSpPr>
          <p:cNvPr id="184" name="Google Shape;184;p25"/>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85" name="Google Shape;185;p25"/>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186" name="Google Shape;186;p25"/>
          <p:cNvSpPr txBox="1"/>
          <p:nvPr>
            <p:ph idx="2" type="subTitle"/>
          </p:nvPr>
        </p:nvSpPr>
        <p:spPr>
          <a:xfrm>
            <a:off x="4547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r Content" type="blank">
  <p:cSld name="BLANK">
    <p:spTree>
      <p:nvGrpSpPr>
        <p:cNvPr id="187" name="Shape 187"/>
        <p:cNvGrpSpPr/>
        <p:nvPr/>
      </p:nvGrpSpPr>
      <p:grpSpPr>
        <a:xfrm>
          <a:off x="0" y="0"/>
          <a:ext cx="0" cy="0"/>
          <a:chOff x="0" y="0"/>
          <a:chExt cx="0" cy="0"/>
        </a:xfrm>
      </p:grpSpPr>
      <p:sp>
        <p:nvSpPr>
          <p:cNvPr id="188" name="Google Shape;188;p26"/>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89" name="Google Shape;189;p26"/>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190" name="Google Shape;190;p26"/>
          <p:cNvSpPr txBox="1"/>
          <p:nvPr>
            <p:ph idx="1" type="subTitle"/>
          </p:nvPr>
        </p:nvSpPr>
        <p:spPr>
          <a:xfrm>
            <a:off x="4547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2">
    <p:spTree>
      <p:nvGrpSpPr>
        <p:cNvPr id="191" name="Shape 191"/>
        <p:cNvGrpSpPr/>
        <p:nvPr/>
      </p:nvGrpSpPr>
      <p:grpSpPr>
        <a:xfrm>
          <a:off x="0" y="0"/>
          <a:ext cx="0" cy="0"/>
          <a:chOff x="0" y="0"/>
          <a:chExt cx="0" cy="0"/>
        </a:xfrm>
      </p:grpSpPr>
      <p:sp>
        <p:nvSpPr>
          <p:cNvPr id="192" name="Google Shape;192;p27"/>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93" name="Google Shape;193;p27"/>
          <p:cNvPicPr preferRelativeResize="0"/>
          <p:nvPr/>
        </p:nvPicPr>
        <p:blipFill>
          <a:blip r:embed="rId2">
            <a:alphaModFix/>
          </a:blip>
          <a:stretch>
            <a:fillRect/>
          </a:stretch>
        </p:blipFill>
        <p:spPr>
          <a:xfrm>
            <a:off x="7182700" y="4768586"/>
            <a:ext cx="1030225" cy="182880"/>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Gold">
  <p:cSld name="BLANK_1">
    <p:spTree>
      <p:nvGrpSpPr>
        <p:cNvPr id="194" name="Shape 194"/>
        <p:cNvGrpSpPr/>
        <p:nvPr/>
      </p:nvGrpSpPr>
      <p:grpSpPr>
        <a:xfrm>
          <a:off x="0" y="0"/>
          <a:ext cx="0" cy="0"/>
          <a:chOff x="0" y="0"/>
          <a:chExt cx="0" cy="0"/>
        </a:xfrm>
      </p:grpSpPr>
      <p:sp>
        <p:nvSpPr>
          <p:cNvPr id="195" name="Google Shape;195;p28"/>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theme" Target="../theme/theme2.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445025"/>
            <a:ext cx="8229600" cy="6402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dk1"/>
              </a:buClr>
              <a:buSzPts val="2200"/>
              <a:buFont typeface="Poppins Medium"/>
              <a:buNone/>
              <a:defRPr sz="22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2pPr>
            <a:lvl3pPr lvl="2">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3pPr>
            <a:lvl4pPr lvl="3">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4pPr>
            <a:lvl5pPr lvl="4">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5pPr>
            <a:lvl6pPr lvl="5">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6pPr>
            <a:lvl7pPr lvl="6">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7pPr>
            <a:lvl8pPr lvl="7">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8pPr>
            <a:lvl9pPr lvl="8">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9pPr>
          </a:lstStyle>
          <a:p/>
        </p:txBody>
      </p:sp>
      <p:sp>
        <p:nvSpPr>
          <p:cNvPr id="7" name="Google Shape;7;p1"/>
          <p:cNvSpPr txBox="1"/>
          <p:nvPr>
            <p:ph idx="1" type="body"/>
          </p:nvPr>
        </p:nvSpPr>
        <p:spPr>
          <a:xfrm>
            <a:off x="457200" y="1645500"/>
            <a:ext cx="8229600" cy="2923500"/>
          </a:xfrm>
          <a:prstGeom prst="rect">
            <a:avLst/>
          </a:prstGeom>
          <a:noFill/>
          <a:ln>
            <a:noFill/>
          </a:ln>
        </p:spPr>
        <p:txBody>
          <a:bodyPr anchorCtr="0" anchor="t" bIns="0" lIns="0" spcFirstLastPara="1" rIns="0" wrap="square" tIns="0">
            <a:noAutofit/>
          </a:bodyPr>
          <a:lstStyle>
            <a:lvl1pPr indent="-317500" lvl="0" marL="4572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1pPr>
            <a:lvl2pPr indent="-304800" lvl="1" marL="914400">
              <a:lnSpc>
                <a:spcPct val="115000"/>
              </a:lnSpc>
              <a:spcBef>
                <a:spcPts val="0"/>
              </a:spcBef>
              <a:spcAft>
                <a:spcPts val="0"/>
              </a:spcAft>
              <a:buClr>
                <a:schemeClr val="dk2"/>
              </a:buClr>
              <a:buSzPts val="1200"/>
              <a:buFont typeface="Poppins"/>
              <a:buChar char="○"/>
              <a:defRPr sz="1200">
                <a:solidFill>
                  <a:schemeClr val="dk2"/>
                </a:solidFill>
                <a:latin typeface="Poppins"/>
                <a:ea typeface="Poppins"/>
                <a:cs typeface="Poppins"/>
                <a:sym typeface="Poppins"/>
              </a:defRPr>
            </a:lvl2pPr>
            <a:lvl3pPr indent="-304800" lvl="2" marL="1371600">
              <a:lnSpc>
                <a:spcPct val="115000"/>
              </a:lnSpc>
              <a:spcBef>
                <a:spcPts val="0"/>
              </a:spcBef>
              <a:spcAft>
                <a:spcPts val="0"/>
              </a:spcAft>
              <a:buClr>
                <a:schemeClr val="dk2"/>
              </a:buClr>
              <a:buSzPts val="1200"/>
              <a:buFont typeface="Poppins"/>
              <a:buChar char="■"/>
              <a:defRPr sz="1200">
                <a:solidFill>
                  <a:schemeClr val="dk2"/>
                </a:solidFill>
                <a:latin typeface="Poppins"/>
                <a:ea typeface="Poppins"/>
                <a:cs typeface="Poppins"/>
                <a:sym typeface="Poppins"/>
              </a:defRPr>
            </a:lvl3pPr>
            <a:lvl4pPr indent="-304800" lvl="3" marL="1828800">
              <a:lnSpc>
                <a:spcPct val="115000"/>
              </a:lnSpc>
              <a:spcBef>
                <a:spcPts val="0"/>
              </a:spcBef>
              <a:spcAft>
                <a:spcPts val="0"/>
              </a:spcAft>
              <a:buClr>
                <a:schemeClr val="dk2"/>
              </a:buClr>
              <a:buSzPts val="1200"/>
              <a:buFont typeface="Poppins"/>
              <a:buChar char="●"/>
              <a:defRPr sz="1200">
                <a:solidFill>
                  <a:schemeClr val="dk2"/>
                </a:solidFill>
                <a:latin typeface="Poppins"/>
                <a:ea typeface="Poppins"/>
                <a:cs typeface="Poppins"/>
                <a:sym typeface="Poppins"/>
              </a:defRPr>
            </a:lvl4pPr>
            <a:lvl5pPr indent="-304800" lvl="4" marL="2286000">
              <a:lnSpc>
                <a:spcPct val="115000"/>
              </a:lnSpc>
              <a:spcBef>
                <a:spcPts val="0"/>
              </a:spcBef>
              <a:spcAft>
                <a:spcPts val="0"/>
              </a:spcAft>
              <a:buClr>
                <a:schemeClr val="dk2"/>
              </a:buClr>
              <a:buSzPts val="1200"/>
              <a:buFont typeface="Poppins"/>
              <a:buChar char="○"/>
              <a:defRPr sz="1200">
                <a:solidFill>
                  <a:schemeClr val="dk2"/>
                </a:solidFill>
                <a:latin typeface="Poppins"/>
                <a:ea typeface="Poppins"/>
                <a:cs typeface="Poppins"/>
                <a:sym typeface="Poppins"/>
              </a:defRPr>
            </a:lvl5pPr>
            <a:lvl6pPr indent="-304800" lvl="5" marL="2743200">
              <a:lnSpc>
                <a:spcPct val="115000"/>
              </a:lnSpc>
              <a:spcBef>
                <a:spcPts val="0"/>
              </a:spcBef>
              <a:spcAft>
                <a:spcPts val="0"/>
              </a:spcAft>
              <a:buClr>
                <a:schemeClr val="dk2"/>
              </a:buClr>
              <a:buSzPts val="1200"/>
              <a:buFont typeface="Poppins"/>
              <a:buChar char="■"/>
              <a:defRPr sz="1200">
                <a:solidFill>
                  <a:schemeClr val="dk2"/>
                </a:solidFill>
                <a:latin typeface="Poppins"/>
                <a:ea typeface="Poppins"/>
                <a:cs typeface="Poppins"/>
                <a:sym typeface="Poppins"/>
              </a:defRPr>
            </a:lvl6pPr>
            <a:lvl7pPr indent="-304800" lvl="6" marL="3200400">
              <a:lnSpc>
                <a:spcPct val="115000"/>
              </a:lnSpc>
              <a:spcBef>
                <a:spcPts val="0"/>
              </a:spcBef>
              <a:spcAft>
                <a:spcPts val="0"/>
              </a:spcAft>
              <a:buClr>
                <a:schemeClr val="dk2"/>
              </a:buClr>
              <a:buSzPts val="1200"/>
              <a:buFont typeface="Poppins"/>
              <a:buChar char="●"/>
              <a:defRPr sz="1200">
                <a:solidFill>
                  <a:schemeClr val="dk2"/>
                </a:solidFill>
                <a:latin typeface="Poppins"/>
                <a:ea typeface="Poppins"/>
                <a:cs typeface="Poppins"/>
                <a:sym typeface="Poppins"/>
              </a:defRPr>
            </a:lvl7pPr>
            <a:lvl8pPr indent="-304800" lvl="7" marL="3657600">
              <a:lnSpc>
                <a:spcPct val="115000"/>
              </a:lnSpc>
              <a:spcBef>
                <a:spcPts val="0"/>
              </a:spcBef>
              <a:spcAft>
                <a:spcPts val="0"/>
              </a:spcAft>
              <a:buClr>
                <a:schemeClr val="dk2"/>
              </a:buClr>
              <a:buSzPts val="1200"/>
              <a:buFont typeface="Poppins"/>
              <a:buChar char="○"/>
              <a:defRPr sz="1200">
                <a:solidFill>
                  <a:schemeClr val="dk2"/>
                </a:solidFill>
                <a:latin typeface="Poppins"/>
                <a:ea typeface="Poppins"/>
                <a:cs typeface="Poppins"/>
                <a:sym typeface="Poppins"/>
              </a:defRPr>
            </a:lvl8pPr>
            <a:lvl9pPr indent="-304800" lvl="8" marL="4114800">
              <a:lnSpc>
                <a:spcPct val="115000"/>
              </a:lnSpc>
              <a:spcBef>
                <a:spcPts val="0"/>
              </a:spcBef>
              <a:spcAft>
                <a:spcPts val="0"/>
              </a:spcAft>
              <a:buClr>
                <a:schemeClr val="dk2"/>
              </a:buClr>
              <a:buSzPts val="1200"/>
              <a:buFont typeface="Poppins"/>
              <a:buChar char="■"/>
              <a:defRPr sz="1200">
                <a:solidFill>
                  <a:schemeClr val="dk2"/>
                </a:solidFill>
                <a:latin typeface="Poppins"/>
                <a:ea typeface="Poppins"/>
                <a:cs typeface="Poppins"/>
                <a:sym typeface="Poppins"/>
              </a:defRPr>
            </a:lvl9pPr>
          </a:lstStyle>
          <a:p/>
        </p:txBody>
      </p:sp>
      <p:sp>
        <p:nvSpPr>
          <p:cNvPr id="8" name="Google Shape;8;p1"/>
          <p:cNvSpPr txBox="1"/>
          <p:nvPr>
            <p:ph idx="12" type="sldNum"/>
          </p:nvPr>
        </p:nvSpPr>
        <p:spPr>
          <a:xfrm>
            <a:off x="8212926" y="4663225"/>
            <a:ext cx="4740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Poppins"/>
                <a:ea typeface="Poppins"/>
                <a:cs typeface="Poppins"/>
                <a:sym typeface="Poppins"/>
              </a:defRPr>
            </a:lvl1pPr>
            <a:lvl2pPr lvl="1" algn="r">
              <a:buNone/>
              <a:defRPr sz="900">
                <a:solidFill>
                  <a:schemeClr val="dk2"/>
                </a:solidFill>
                <a:latin typeface="Poppins"/>
                <a:ea typeface="Poppins"/>
                <a:cs typeface="Poppins"/>
                <a:sym typeface="Poppins"/>
              </a:defRPr>
            </a:lvl2pPr>
            <a:lvl3pPr lvl="2" algn="r">
              <a:buNone/>
              <a:defRPr sz="900">
                <a:solidFill>
                  <a:schemeClr val="dk2"/>
                </a:solidFill>
                <a:latin typeface="Poppins"/>
                <a:ea typeface="Poppins"/>
                <a:cs typeface="Poppins"/>
                <a:sym typeface="Poppins"/>
              </a:defRPr>
            </a:lvl3pPr>
            <a:lvl4pPr lvl="3" algn="r">
              <a:buNone/>
              <a:defRPr sz="900">
                <a:solidFill>
                  <a:schemeClr val="dk2"/>
                </a:solidFill>
                <a:latin typeface="Poppins"/>
                <a:ea typeface="Poppins"/>
                <a:cs typeface="Poppins"/>
                <a:sym typeface="Poppins"/>
              </a:defRPr>
            </a:lvl4pPr>
            <a:lvl5pPr lvl="4" algn="r">
              <a:buNone/>
              <a:defRPr sz="900">
                <a:solidFill>
                  <a:schemeClr val="dk2"/>
                </a:solidFill>
                <a:latin typeface="Poppins"/>
                <a:ea typeface="Poppins"/>
                <a:cs typeface="Poppins"/>
                <a:sym typeface="Poppins"/>
              </a:defRPr>
            </a:lvl5pPr>
            <a:lvl6pPr lvl="5" algn="r">
              <a:buNone/>
              <a:defRPr sz="900">
                <a:solidFill>
                  <a:schemeClr val="dk2"/>
                </a:solidFill>
                <a:latin typeface="Poppins"/>
                <a:ea typeface="Poppins"/>
                <a:cs typeface="Poppins"/>
                <a:sym typeface="Poppins"/>
              </a:defRPr>
            </a:lvl6pPr>
            <a:lvl7pPr lvl="6" algn="r">
              <a:buNone/>
              <a:defRPr sz="900">
                <a:solidFill>
                  <a:schemeClr val="dk2"/>
                </a:solidFill>
                <a:latin typeface="Poppins"/>
                <a:ea typeface="Poppins"/>
                <a:cs typeface="Poppins"/>
                <a:sym typeface="Poppins"/>
              </a:defRPr>
            </a:lvl7pPr>
            <a:lvl8pPr lvl="7" algn="r">
              <a:buNone/>
              <a:defRPr sz="900">
                <a:solidFill>
                  <a:schemeClr val="dk2"/>
                </a:solidFill>
                <a:latin typeface="Poppins"/>
                <a:ea typeface="Poppins"/>
                <a:cs typeface="Poppins"/>
                <a:sym typeface="Poppins"/>
              </a:defRPr>
            </a:lvl8pPr>
            <a:lvl9pPr lvl="8" algn="r">
              <a:buNone/>
              <a:defRPr sz="900">
                <a:solidFill>
                  <a:schemeClr val="dk2"/>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A4335"/>
          </p15:clr>
        </p15:guide>
        <p15:guide id="2" pos="5472">
          <p15:clr>
            <a:srgbClr val="EA4335"/>
          </p15:clr>
        </p15:guide>
        <p15:guide id="3" orient="horz" pos="280">
          <p15:clr>
            <a:srgbClr val="EA4335"/>
          </p15:clr>
        </p15:guide>
        <p15:guide id="4" orient="horz" pos="144">
          <p15:clr>
            <a:srgbClr val="EA4335"/>
          </p15:clr>
        </p15:guide>
        <p15:guide id="5" orient="horz" pos="864">
          <p15:clr>
            <a:srgbClr val="EA4335"/>
          </p15:clr>
        </p15:guide>
        <p15:guide id="6" orient="horz" pos="2878">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hyperlink" Target="https://sdgs.un.org/goals/goal1" TargetMode="External"/><Relationship Id="rId4" Type="http://schemas.openxmlformats.org/officeDocument/2006/relationships/hyperlink" Target="https://sdgs.un.org/goals/goal1" TargetMode="External"/><Relationship Id="rId9" Type="http://schemas.openxmlformats.org/officeDocument/2006/relationships/hyperlink" Target="https://sdgs.un.org/goals/goal8" TargetMode="External"/><Relationship Id="rId5" Type="http://schemas.openxmlformats.org/officeDocument/2006/relationships/hyperlink" Target="https://sdgs.un.org/goals/goal4" TargetMode="External"/><Relationship Id="rId6" Type="http://schemas.openxmlformats.org/officeDocument/2006/relationships/hyperlink" Target="https://sdgs.un.org/goals/goal4" TargetMode="External"/><Relationship Id="rId7" Type="http://schemas.openxmlformats.org/officeDocument/2006/relationships/hyperlink" Target="https://sdgs.un.org/goals/goal5" TargetMode="External"/><Relationship Id="rId8" Type="http://schemas.openxmlformats.org/officeDocument/2006/relationships/hyperlink" Target="https://sdgs.un.org/goals/goal5" TargetMode="External"/><Relationship Id="rId11" Type="http://schemas.openxmlformats.org/officeDocument/2006/relationships/hyperlink" Target="https://sdgs.un.org/goals/goal10" TargetMode="External"/><Relationship Id="rId10" Type="http://schemas.openxmlformats.org/officeDocument/2006/relationships/hyperlink" Target="https://sdgs.un.org/goals/goal8" TargetMode="External"/><Relationship Id="rId13" Type="http://schemas.openxmlformats.org/officeDocument/2006/relationships/image" Target="../media/image4.png"/><Relationship Id="rId12" Type="http://schemas.openxmlformats.org/officeDocument/2006/relationships/hyperlink" Target="https://sdgs.un.org/goals/goal10"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hyperlink" Target="https://www.sida.se/en/publications/trade-and-development-an-introduction" TargetMode="External"/><Relationship Id="rId4" Type="http://schemas.openxmlformats.org/officeDocument/2006/relationships/hyperlink" Target="https://unctad.org/webflyer/better-trade-sustainable-development-role-voluntary-sustainability-standards" TargetMode="External"/><Relationship Id="rId5" Type="http://schemas.openxmlformats.org/officeDocument/2006/relationships/hyperlink" Target="https://unctad.org/webflyer/better-trade-sustainable-development-role-voluntary-sustainability-standards" TargetMode="External"/><Relationship Id="rId6" Type="http://schemas.openxmlformats.org/officeDocument/2006/relationships/hyperlink" Target="https://sdgs.un.org/2030agenda"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hyperlink" Target="https://www.techtarget.com/searchhrsoftware/feature/7-keys-to-a-successful-diversity-and-inclusion-initiative" TargetMode="External"/><Relationship Id="rId4" Type="http://schemas.openxmlformats.org/officeDocument/2006/relationships/hyperlink" Target="https://www.techtarget.com/searchhrsoftware/definition/diversity-equity-and-inclusion-DEI" TargetMode="External"/><Relationship Id="rId5" Type="http://schemas.openxmlformats.org/officeDocument/2006/relationships/hyperlink" Target="https://canadianwomen.org/the-facts/the-gender-pay-gap/" TargetMode="External"/><Relationship Id="rId6" Type="http://schemas.openxmlformats.org/officeDocument/2006/relationships/hyperlink" Target="https://www.forbes.com/sites/ashleystahl/2022/01/21/the-pandemic-and-the-gender-pay-gap-in-2022/?sh=27f24363347d" TargetMode="External"/><Relationship Id="rId7" Type="http://schemas.openxmlformats.org/officeDocument/2006/relationships/hyperlink" Target="https://www.benefitnews.com/news/pay-transparency-is-critical-to-dei-initiative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hyperlink" Target="https://www.who.int/health-topics/universal-health-coverage#tab=tab_1" TargetMode="External"/><Relationship Id="rId4" Type="http://schemas.openxmlformats.org/officeDocument/2006/relationships/hyperlink" Target="https://www.who.int/news-room/fact-sheets/detail/universal-health-coverage-(uhc)" TargetMode="External"/><Relationship Id="rId5" Type="http://schemas.openxmlformats.org/officeDocument/2006/relationships/hyperlink" Target="https://news.un.org/en/story/2022/08/1123972" TargetMode="External"/><Relationship Id="rId6" Type="http://schemas.openxmlformats.org/officeDocument/2006/relationships/hyperlink" Target="https://news.un.org/en/story/2022/07/1122872"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hyperlink" Target="https://inee.org/eie-glossary/basic-education" TargetMode="External"/><Relationship Id="rId4" Type="http://schemas.openxmlformats.org/officeDocument/2006/relationships/hyperlink" Target="https://www.statista.com/topics/7785/education-worldwide/" TargetMode="External"/><Relationship Id="rId5" Type="http://schemas.openxmlformats.org/officeDocument/2006/relationships/hyperlink" Target="https://ourworldindata.org/children-not-in-schoo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hyperlink" Target="https://www.blackrock.com/americas-offshore/en/strategies/international-investing" TargetMode="External"/><Relationship Id="rId4" Type="http://schemas.openxmlformats.org/officeDocument/2006/relationships/hyperlink" Target="https://data.imf.org/CDIS" TargetMode="External"/><Relationship Id="rId5" Type="http://schemas.openxmlformats.org/officeDocument/2006/relationships/hyperlink" Target="https://www.imf.org/en/Blogs/Articles/2022/12/07/united-states-is-worlds-top-destination-for-foreign-direct-investment" TargetMode="External"/><Relationship Id="rId6" Type="http://schemas.openxmlformats.org/officeDocument/2006/relationships/hyperlink" Target="https://www.oecd-ilibrary.org/sites/5453f3a1-en/index.html?itemId=/content/component/5453f3a1-en" TargetMode="External"/><Relationship Id="rId7" Type="http://schemas.openxmlformats.org/officeDocument/2006/relationships/hyperlink" Target="https://www.oecd.org/investment/2015-international-investment-blog-compilation.pdf"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hyperlink" Target="https://globalspark.world/hacktheglobe" TargetMode="External"/><Relationship Id="rId4" Type="http://schemas.openxmlformats.org/officeDocument/2006/relationships/image" Target="../media/image3.jpg"/><Relationship Id="rId5"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9"/>
          <p:cNvSpPr txBox="1"/>
          <p:nvPr>
            <p:ph idx="4294967295" type="body"/>
          </p:nvPr>
        </p:nvSpPr>
        <p:spPr>
          <a:xfrm>
            <a:off x="597350" y="1414675"/>
            <a:ext cx="8089500" cy="25719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100">
                <a:solidFill>
                  <a:srgbClr val="000000"/>
                </a:solidFill>
              </a:rPr>
              <a:t>Each hackathon project will be built around a specific </a:t>
            </a:r>
            <a:r>
              <a:rPr b="1" lang="en" sz="1100">
                <a:solidFill>
                  <a:srgbClr val="000000"/>
                </a:solidFill>
              </a:rPr>
              <a:t>theme</a:t>
            </a:r>
            <a:r>
              <a:rPr lang="en" sz="1100">
                <a:solidFill>
                  <a:srgbClr val="000000"/>
                </a:solidFill>
              </a:rPr>
              <a:t> - a focus area that outlines the kind of problems you’ll be solving and the impact your solution aims to create. Themes are designed to help guide your creativity, give structure to your ideas, and ensure your project is aligned with the overall goals of the event.</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spcBef>
                <a:spcPts val="0"/>
              </a:spcBef>
              <a:spcAft>
                <a:spcPts val="0"/>
              </a:spcAft>
              <a:buNone/>
            </a:pPr>
            <a:r>
              <a:rPr lang="en" sz="1100">
                <a:solidFill>
                  <a:srgbClr val="000000"/>
                </a:solidFill>
              </a:rPr>
              <a:t>Your final project will be evaluated by a panel of judges who are </a:t>
            </a:r>
            <a:r>
              <a:rPr b="1" lang="en" sz="1100">
                <a:solidFill>
                  <a:srgbClr val="000000"/>
                </a:solidFill>
              </a:rPr>
              <a:t>experts in that theme’s domain</a:t>
            </a:r>
            <a:r>
              <a:rPr lang="en" sz="1100">
                <a:solidFill>
                  <a:srgbClr val="000000"/>
                </a:solidFill>
              </a:rPr>
              <a:t>. A strong alignment between your project and your chosen theme can </a:t>
            </a:r>
            <a:r>
              <a:rPr b="1" lang="en" sz="1100">
                <a:solidFill>
                  <a:srgbClr val="000000"/>
                </a:solidFill>
              </a:rPr>
              <a:t>significantly boost your score</a:t>
            </a:r>
            <a:r>
              <a:rPr lang="en" sz="1100">
                <a:solidFill>
                  <a:srgbClr val="000000"/>
                </a:solidFill>
              </a:rPr>
              <a:t>, as it shows you’ve understood the problem space, used relevant insights, and tailored your solution to the needs and opportunities in that area.</a:t>
            </a:r>
            <a:endParaRPr sz="1100">
              <a:solidFill>
                <a:srgbClr val="000000"/>
              </a:solidFill>
            </a:endParaRPr>
          </a:p>
          <a:p>
            <a:pPr indent="0" lvl="0" marL="0" rtl="0" algn="l">
              <a:spcBef>
                <a:spcPts val="1200"/>
              </a:spcBef>
              <a:spcAft>
                <a:spcPts val="0"/>
              </a:spcAft>
              <a:buNone/>
            </a:pPr>
            <a:r>
              <a:rPr lang="en" sz="1100">
                <a:solidFill>
                  <a:srgbClr val="000000"/>
                </a:solidFill>
              </a:rPr>
              <a:t>In short:</a:t>
            </a:r>
            <a:endParaRPr sz="1100">
              <a:solidFill>
                <a:srgbClr val="000000"/>
              </a:solidFil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rPr>
              <a:t>Themes help you </a:t>
            </a:r>
            <a:r>
              <a:rPr b="1" lang="en" sz="1100">
                <a:solidFill>
                  <a:srgbClr val="000000"/>
                </a:solidFill>
              </a:rPr>
              <a:t>focus</a:t>
            </a:r>
            <a:r>
              <a:rPr lang="en" sz="1100">
                <a:solidFill>
                  <a:srgbClr val="000000"/>
                </a:solidFill>
              </a:rPr>
              <a:t> your ideas.</a:t>
            </a:r>
            <a:endParaRPr sz="1100">
              <a:solidFill>
                <a:srgbClr val="000000"/>
              </a:solidFill>
            </a:endParaRPr>
          </a:p>
          <a:p>
            <a:pPr indent="-298450" lvl="0" marL="457200" rtl="0" algn="l">
              <a:spcBef>
                <a:spcPts val="0"/>
              </a:spcBef>
              <a:spcAft>
                <a:spcPts val="0"/>
              </a:spcAft>
              <a:buClr>
                <a:srgbClr val="000000"/>
              </a:buClr>
              <a:buSzPts val="1100"/>
              <a:buFont typeface="Arial"/>
              <a:buChar char="●"/>
            </a:pPr>
            <a:r>
              <a:rPr lang="en" sz="1100">
                <a:solidFill>
                  <a:srgbClr val="000000"/>
                </a:solidFill>
              </a:rPr>
              <a:t>Judges are </a:t>
            </a:r>
            <a:r>
              <a:rPr b="1" lang="en" sz="1100">
                <a:solidFill>
                  <a:srgbClr val="000000"/>
                </a:solidFill>
              </a:rPr>
              <a:t>specialists</a:t>
            </a:r>
            <a:r>
              <a:rPr lang="en" sz="1100">
                <a:solidFill>
                  <a:srgbClr val="000000"/>
                </a:solidFill>
              </a:rPr>
              <a:t> in the theme you choose.</a:t>
            </a:r>
            <a:endParaRPr sz="1100">
              <a:solidFill>
                <a:srgbClr val="000000"/>
              </a:solidFill>
            </a:endParaRPr>
          </a:p>
          <a:p>
            <a:pPr indent="-298450" lvl="0" marL="457200" rtl="0" algn="l">
              <a:spcBef>
                <a:spcPts val="0"/>
              </a:spcBef>
              <a:spcAft>
                <a:spcPts val="0"/>
              </a:spcAft>
              <a:buClr>
                <a:srgbClr val="000000"/>
              </a:buClr>
              <a:buSzPts val="1100"/>
              <a:buFont typeface="Arial"/>
              <a:buChar char="●"/>
            </a:pPr>
            <a:r>
              <a:rPr lang="en" sz="1100">
                <a:solidFill>
                  <a:srgbClr val="000000"/>
                </a:solidFill>
              </a:rPr>
              <a:t>The closer your solution matches the theme’s goals, the </a:t>
            </a:r>
            <a:r>
              <a:rPr b="1" lang="en" sz="1100">
                <a:solidFill>
                  <a:srgbClr val="000000"/>
                </a:solidFill>
              </a:rPr>
              <a:t>better your chances</a:t>
            </a:r>
            <a:r>
              <a:rPr lang="en" sz="1100">
                <a:solidFill>
                  <a:srgbClr val="000000"/>
                </a:solidFill>
              </a:rPr>
              <a:t> of impressing the panel.</a:t>
            </a:r>
            <a:endParaRPr b="1"/>
          </a:p>
          <a:p>
            <a:pPr indent="0" lvl="0" marL="0" rtl="0" algn="l">
              <a:lnSpc>
                <a:spcPct val="115000"/>
              </a:lnSpc>
              <a:spcBef>
                <a:spcPts val="1200"/>
              </a:spcBef>
              <a:spcAft>
                <a:spcPts val="0"/>
              </a:spcAft>
              <a:buNone/>
            </a:pPr>
            <a:r>
              <a:t/>
            </a:r>
            <a:endParaRPr/>
          </a:p>
        </p:txBody>
      </p:sp>
      <p:pic>
        <p:nvPicPr>
          <p:cNvPr id="201" name="Google Shape;201;p29" title="Screenshot 2025-08-12 at 10.50.41 PM.png"/>
          <p:cNvPicPr preferRelativeResize="0"/>
          <p:nvPr/>
        </p:nvPicPr>
        <p:blipFill>
          <a:blip r:embed="rId3">
            <a:alphaModFix/>
          </a:blip>
          <a:stretch>
            <a:fillRect/>
          </a:stretch>
        </p:blipFill>
        <p:spPr>
          <a:xfrm>
            <a:off x="457200" y="380475"/>
            <a:ext cx="2685476" cy="709850"/>
          </a:xfrm>
          <a:prstGeom prst="rect">
            <a:avLst/>
          </a:prstGeom>
          <a:noFill/>
          <a:ln>
            <a:noFill/>
          </a:ln>
        </p:spPr>
      </p:pic>
      <p:sp>
        <p:nvSpPr>
          <p:cNvPr id="202" name="Google Shape;202;p29"/>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pic>
        <p:nvPicPr>
          <p:cNvPr id="207" name="Google Shape;207;p30"/>
          <p:cNvPicPr preferRelativeResize="0"/>
          <p:nvPr/>
        </p:nvPicPr>
        <p:blipFill rotWithShape="1">
          <a:blip r:embed="rId3">
            <a:alphaModFix/>
          </a:blip>
          <a:srcRect b="27348" l="0" r="0" t="56724"/>
          <a:stretch/>
        </p:blipFill>
        <p:spPr>
          <a:xfrm>
            <a:off x="-58663" y="-594200"/>
            <a:ext cx="9261327" cy="983199"/>
          </a:xfrm>
          <a:prstGeom prst="rect">
            <a:avLst/>
          </a:prstGeom>
          <a:noFill/>
          <a:ln>
            <a:noFill/>
          </a:ln>
        </p:spPr>
      </p:pic>
      <p:sp>
        <p:nvSpPr>
          <p:cNvPr id="208" name="Google Shape;208;p30"/>
          <p:cNvSpPr txBox="1"/>
          <p:nvPr>
            <p:ph type="ctrTitle"/>
          </p:nvPr>
        </p:nvSpPr>
        <p:spPr>
          <a:xfrm>
            <a:off x="529563" y="2221775"/>
            <a:ext cx="7748700" cy="1510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solidFill>
                  <a:srgbClr val="595959"/>
                </a:solidFill>
              </a:rPr>
              <a:t>Economic Empowerment</a:t>
            </a:r>
            <a:endParaRPr>
              <a:solidFill>
                <a:srgbClr val="595959"/>
              </a:solidFill>
            </a:endParaRPr>
          </a:p>
        </p:txBody>
      </p:sp>
      <p:sp>
        <p:nvSpPr>
          <p:cNvPr id="209" name="Google Shape;209;p30"/>
          <p:cNvSpPr/>
          <p:nvPr/>
        </p:nvSpPr>
        <p:spPr>
          <a:xfrm>
            <a:off x="177050" y="3227375"/>
            <a:ext cx="1848900" cy="739500"/>
          </a:xfrm>
          <a:prstGeom prst="rect">
            <a:avLst/>
          </a:prstGeom>
          <a:solidFill>
            <a:srgbClr val="FFFFFF"/>
          </a:solidFill>
          <a:ln cap="flat" cmpd="sng" w="9525">
            <a:solidFill>
              <a:srgbClr val="F5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30"/>
          <p:cNvSpPr txBox="1"/>
          <p:nvPr>
            <p:ph idx="1" type="subTitle"/>
          </p:nvPr>
        </p:nvSpPr>
        <p:spPr>
          <a:xfrm>
            <a:off x="529575" y="3238475"/>
            <a:ext cx="7942200" cy="717300"/>
          </a:xfrm>
          <a:prstGeom prst="rect">
            <a:avLst/>
          </a:prstGeom>
          <a:solidFill>
            <a:schemeClr val="lt1"/>
          </a:solidFill>
        </p:spPr>
        <p:txBody>
          <a:bodyPr anchorCtr="0" anchor="ctr" bIns="0" lIns="0" spcFirstLastPara="1" rIns="0" wrap="square" tIns="0">
            <a:noAutofit/>
          </a:bodyPr>
          <a:lstStyle/>
          <a:p>
            <a:pPr indent="0" lvl="0" marL="0" rtl="0" algn="l">
              <a:spcBef>
                <a:spcPts val="0"/>
              </a:spcBef>
              <a:spcAft>
                <a:spcPts val="0"/>
              </a:spcAft>
              <a:buNone/>
            </a:pPr>
            <a:r>
              <a:rPr lang="en"/>
              <a:t>Enable and empower underrepresented populations to overcome poverty through improved access to education, increased economic opportunities, and to realize </a:t>
            </a:r>
            <a:r>
              <a:rPr lang="en"/>
              <a:t>decent </a:t>
            </a:r>
            <a:r>
              <a:rPr lang="en"/>
              <a:t>work for all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1"/>
          <p:cNvSpPr txBox="1"/>
          <p:nvPr>
            <p:ph type="title"/>
          </p:nvPr>
        </p:nvSpPr>
        <p:spPr>
          <a:xfrm>
            <a:off x="457200" y="445025"/>
            <a:ext cx="8229600" cy="640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Table of Contents</a:t>
            </a:r>
            <a:endParaRPr/>
          </a:p>
        </p:txBody>
      </p:sp>
      <p:sp>
        <p:nvSpPr>
          <p:cNvPr id="216" name="Google Shape;216;p31"/>
          <p:cNvSpPr txBox="1"/>
          <p:nvPr>
            <p:ph idx="1" type="body"/>
          </p:nvPr>
        </p:nvSpPr>
        <p:spPr>
          <a:xfrm>
            <a:off x="845575" y="1349475"/>
            <a:ext cx="5407800" cy="2917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900"/>
              <a:t>Executive Summary</a:t>
            </a:r>
            <a:endParaRPr sz="1900"/>
          </a:p>
          <a:p>
            <a:pPr indent="0" lvl="0" marL="0" rtl="0" algn="l">
              <a:spcBef>
                <a:spcPts val="1200"/>
              </a:spcBef>
              <a:spcAft>
                <a:spcPts val="0"/>
              </a:spcAft>
              <a:buNone/>
            </a:pPr>
            <a:r>
              <a:rPr lang="en" sz="1900"/>
              <a:t>Overview</a:t>
            </a:r>
            <a:endParaRPr sz="1900"/>
          </a:p>
          <a:p>
            <a:pPr indent="0" lvl="0" marL="0" rtl="0" algn="l">
              <a:spcBef>
                <a:spcPts val="1200"/>
              </a:spcBef>
              <a:spcAft>
                <a:spcPts val="0"/>
              </a:spcAft>
              <a:buNone/>
            </a:pPr>
            <a:r>
              <a:rPr lang="en" sz="1900"/>
              <a:t>Relevant SDGs</a:t>
            </a:r>
            <a:endParaRPr sz="1900"/>
          </a:p>
          <a:p>
            <a:pPr indent="0" lvl="0" marL="0" rtl="0" algn="l">
              <a:spcBef>
                <a:spcPts val="1200"/>
              </a:spcBef>
              <a:spcAft>
                <a:spcPts val="0"/>
              </a:spcAft>
              <a:buNone/>
            </a:pPr>
            <a:r>
              <a:rPr lang="en" sz="1900"/>
              <a:t>Subthemes</a:t>
            </a:r>
            <a:endParaRPr sz="1900"/>
          </a:p>
          <a:p>
            <a:pPr indent="0" lvl="0" marL="0" rtl="0" algn="l">
              <a:spcBef>
                <a:spcPts val="1200"/>
              </a:spcBef>
              <a:spcAft>
                <a:spcPts val="0"/>
              </a:spcAft>
              <a:buNone/>
            </a:pPr>
            <a:r>
              <a:rPr lang="en" sz="1900"/>
              <a:t>Examples</a:t>
            </a:r>
            <a:endParaRPr sz="1900"/>
          </a:p>
          <a:p>
            <a:pPr indent="0" lvl="0" marL="0" rtl="0" algn="l">
              <a:spcBef>
                <a:spcPts val="1200"/>
              </a:spcBef>
              <a:spcAft>
                <a:spcPts val="0"/>
              </a:spcAft>
              <a:buNone/>
            </a:pPr>
            <a:r>
              <a:t/>
            </a:r>
            <a:endParaRPr sz="1900"/>
          </a:p>
          <a:p>
            <a:pPr indent="0" lvl="0" marL="0" rtl="0" algn="l">
              <a:spcBef>
                <a:spcPts val="1200"/>
              </a:spcBef>
              <a:spcAft>
                <a:spcPts val="1200"/>
              </a:spcAft>
              <a:buNone/>
            </a:pPr>
            <a:r>
              <a:t/>
            </a:r>
            <a:endParaRPr sz="1900"/>
          </a:p>
        </p:txBody>
      </p:sp>
      <p:sp>
        <p:nvSpPr>
          <p:cNvPr id="217" name="Google Shape;217;p31"/>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18" name="Google Shape;218;p31"/>
          <p:cNvSpPr/>
          <p:nvPr/>
        </p:nvSpPr>
        <p:spPr>
          <a:xfrm>
            <a:off x="475488" y="1401625"/>
            <a:ext cx="220200" cy="220200"/>
          </a:xfrm>
          <a:prstGeom prst="ellipse">
            <a:avLst/>
          </a:prstGeom>
          <a:solidFill>
            <a:schemeClr val="accent1"/>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FFFFFF"/>
                </a:solidFill>
              </a:rPr>
              <a:t>1</a:t>
            </a:r>
            <a:endParaRPr b="1">
              <a:solidFill>
                <a:srgbClr val="FFFFFF"/>
              </a:solidFill>
              <a:latin typeface="Century Gothic"/>
              <a:ea typeface="Century Gothic"/>
              <a:cs typeface="Century Gothic"/>
              <a:sym typeface="Century Gothic"/>
            </a:endParaRPr>
          </a:p>
        </p:txBody>
      </p:sp>
      <p:sp>
        <p:nvSpPr>
          <p:cNvPr id="219" name="Google Shape;219;p31"/>
          <p:cNvSpPr/>
          <p:nvPr/>
        </p:nvSpPr>
        <p:spPr>
          <a:xfrm>
            <a:off x="475488" y="1874520"/>
            <a:ext cx="220200" cy="220200"/>
          </a:xfrm>
          <a:prstGeom prst="ellipse">
            <a:avLst/>
          </a:prstGeom>
          <a:solidFill>
            <a:schemeClr val="accent1"/>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FFFFFF"/>
                </a:solidFill>
              </a:rPr>
              <a:t>2</a:t>
            </a:r>
            <a:endParaRPr b="1">
              <a:solidFill>
                <a:srgbClr val="FFFFFF"/>
              </a:solidFill>
              <a:latin typeface="Century Gothic"/>
              <a:ea typeface="Century Gothic"/>
              <a:cs typeface="Century Gothic"/>
              <a:sym typeface="Century Gothic"/>
            </a:endParaRPr>
          </a:p>
        </p:txBody>
      </p:sp>
      <p:sp>
        <p:nvSpPr>
          <p:cNvPr id="220" name="Google Shape;220;p31"/>
          <p:cNvSpPr/>
          <p:nvPr/>
        </p:nvSpPr>
        <p:spPr>
          <a:xfrm>
            <a:off x="472500" y="2359152"/>
            <a:ext cx="220200" cy="220200"/>
          </a:xfrm>
          <a:prstGeom prst="ellipse">
            <a:avLst/>
          </a:prstGeom>
          <a:solidFill>
            <a:schemeClr val="accent1"/>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FFFFFF"/>
                </a:solidFill>
              </a:rPr>
              <a:t>3</a:t>
            </a:r>
            <a:endParaRPr b="1">
              <a:solidFill>
                <a:srgbClr val="FFFFFF"/>
              </a:solidFill>
              <a:latin typeface="Century Gothic"/>
              <a:ea typeface="Century Gothic"/>
              <a:cs typeface="Century Gothic"/>
              <a:sym typeface="Century Gothic"/>
            </a:endParaRPr>
          </a:p>
        </p:txBody>
      </p:sp>
      <p:sp>
        <p:nvSpPr>
          <p:cNvPr id="221" name="Google Shape;221;p31"/>
          <p:cNvSpPr/>
          <p:nvPr/>
        </p:nvSpPr>
        <p:spPr>
          <a:xfrm>
            <a:off x="472500" y="2849425"/>
            <a:ext cx="220200" cy="220200"/>
          </a:xfrm>
          <a:prstGeom prst="ellipse">
            <a:avLst/>
          </a:prstGeom>
          <a:solidFill>
            <a:schemeClr val="accent1"/>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FFFFFF"/>
                </a:solidFill>
              </a:rPr>
              <a:t>4</a:t>
            </a:r>
            <a:endParaRPr b="1">
              <a:solidFill>
                <a:srgbClr val="FFFFFF"/>
              </a:solidFill>
              <a:latin typeface="Century Gothic"/>
              <a:ea typeface="Century Gothic"/>
              <a:cs typeface="Century Gothic"/>
              <a:sym typeface="Century Gothic"/>
            </a:endParaRPr>
          </a:p>
        </p:txBody>
      </p:sp>
      <p:sp>
        <p:nvSpPr>
          <p:cNvPr id="222" name="Google Shape;222;p31"/>
          <p:cNvSpPr/>
          <p:nvPr/>
        </p:nvSpPr>
        <p:spPr>
          <a:xfrm>
            <a:off x="472500" y="3337560"/>
            <a:ext cx="220200" cy="220200"/>
          </a:xfrm>
          <a:prstGeom prst="ellipse">
            <a:avLst/>
          </a:prstGeom>
          <a:solidFill>
            <a:schemeClr val="accent1"/>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FFFFFF"/>
                </a:solidFill>
              </a:rPr>
              <a:t>5</a:t>
            </a:r>
            <a:endParaRPr b="1">
              <a:solidFill>
                <a:srgbClr val="FFFFFF"/>
              </a:solidFill>
              <a:latin typeface="Century Gothic"/>
              <a:ea typeface="Century Gothic"/>
              <a:cs typeface="Century Gothic"/>
              <a:sym typeface="Century Gothic"/>
            </a:endParaRPr>
          </a:p>
        </p:txBody>
      </p:sp>
      <p:sp>
        <p:nvSpPr>
          <p:cNvPr id="223" name="Google Shape;223;p31"/>
          <p:cNvSpPr txBox="1"/>
          <p:nvPr>
            <p:ph idx="2" type="subTitle"/>
          </p:nvPr>
        </p:nvSpPr>
        <p:spPr>
          <a:xfrm>
            <a:off x="7131700" y="1349475"/>
            <a:ext cx="1308900" cy="31173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sz="1900">
                <a:solidFill>
                  <a:schemeClr val="dk2"/>
                </a:solidFill>
              </a:rPr>
              <a:t>… 04</a:t>
            </a:r>
            <a:endParaRPr sz="1900">
              <a:solidFill>
                <a:schemeClr val="dk2"/>
              </a:solidFill>
            </a:endParaRPr>
          </a:p>
          <a:p>
            <a:pPr indent="0" lvl="0" marL="0" rtl="0" algn="r">
              <a:spcBef>
                <a:spcPts val="1200"/>
              </a:spcBef>
              <a:spcAft>
                <a:spcPts val="0"/>
              </a:spcAft>
              <a:buNone/>
            </a:pPr>
            <a:r>
              <a:rPr lang="en" sz="1900">
                <a:solidFill>
                  <a:schemeClr val="dk2"/>
                </a:solidFill>
              </a:rPr>
              <a:t>… 05</a:t>
            </a:r>
            <a:endParaRPr sz="1900">
              <a:solidFill>
                <a:schemeClr val="dk2"/>
              </a:solidFill>
            </a:endParaRPr>
          </a:p>
          <a:p>
            <a:pPr indent="0" lvl="0" marL="0" rtl="0" algn="r">
              <a:spcBef>
                <a:spcPts val="1200"/>
              </a:spcBef>
              <a:spcAft>
                <a:spcPts val="0"/>
              </a:spcAft>
              <a:buNone/>
            </a:pPr>
            <a:r>
              <a:rPr lang="en" sz="1900">
                <a:solidFill>
                  <a:schemeClr val="dk2"/>
                </a:solidFill>
              </a:rPr>
              <a:t>… 06</a:t>
            </a:r>
            <a:endParaRPr sz="1900">
              <a:solidFill>
                <a:schemeClr val="dk2"/>
              </a:solidFill>
            </a:endParaRPr>
          </a:p>
          <a:p>
            <a:pPr indent="0" lvl="0" marL="0" rtl="0" algn="r">
              <a:spcBef>
                <a:spcPts val="1200"/>
              </a:spcBef>
              <a:spcAft>
                <a:spcPts val="0"/>
              </a:spcAft>
              <a:buNone/>
            </a:pPr>
            <a:r>
              <a:rPr lang="en" sz="1900">
                <a:solidFill>
                  <a:schemeClr val="dk2"/>
                </a:solidFill>
              </a:rPr>
              <a:t>… 07</a:t>
            </a:r>
            <a:endParaRPr sz="1900">
              <a:solidFill>
                <a:schemeClr val="dk2"/>
              </a:solidFill>
            </a:endParaRPr>
          </a:p>
          <a:p>
            <a:pPr indent="0" lvl="0" marL="0" rtl="0" algn="r">
              <a:spcBef>
                <a:spcPts val="1200"/>
              </a:spcBef>
              <a:spcAft>
                <a:spcPts val="0"/>
              </a:spcAft>
              <a:buNone/>
            </a:pPr>
            <a:r>
              <a:rPr lang="en" sz="1900">
                <a:solidFill>
                  <a:schemeClr val="dk2"/>
                </a:solidFill>
              </a:rPr>
              <a:t>… 13</a:t>
            </a:r>
            <a:endParaRPr sz="1900">
              <a:solidFill>
                <a:schemeClr val="dk2"/>
              </a:solidFill>
            </a:endParaRPr>
          </a:p>
          <a:p>
            <a:pPr indent="0" lvl="0" marL="0" rtl="0" algn="ctr">
              <a:spcBef>
                <a:spcPts val="1200"/>
              </a:spcBef>
              <a:spcAft>
                <a:spcPts val="0"/>
              </a:spcAft>
              <a:buNone/>
            </a:pPr>
            <a:r>
              <a:t/>
            </a:r>
            <a:endParaRPr sz="1900">
              <a:solidFill>
                <a:schemeClr val="dk2"/>
              </a:solidFill>
            </a:endParaRPr>
          </a:p>
          <a:p>
            <a:pPr indent="0" lvl="0" marL="0" rtl="0" algn="r">
              <a:spcBef>
                <a:spcPts val="1200"/>
              </a:spcBef>
              <a:spcAft>
                <a:spcPts val="1200"/>
              </a:spcAft>
              <a:buNone/>
            </a:pPr>
            <a:r>
              <a:t/>
            </a:r>
            <a:endParaRPr sz="19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2"/>
          <p:cNvSpPr txBox="1"/>
          <p:nvPr>
            <p:ph type="title"/>
          </p:nvPr>
        </p:nvSpPr>
        <p:spPr>
          <a:xfrm>
            <a:off x="457200" y="445025"/>
            <a:ext cx="8229600" cy="640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Executive Summary</a:t>
            </a:r>
            <a:endParaRPr/>
          </a:p>
        </p:txBody>
      </p:sp>
      <p:sp>
        <p:nvSpPr>
          <p:cNvPr id="229" name="Google Shape;229;p32"/>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30" name="Google Shape;230;p32"/>
          <p:cNvSpPr txBox="1"/>
          <p:nvPr>
            <p:ph idx="1" type="body"/>
          </p:nvPr>
        </p:nvSpPr>
        <p:spPr>
          <a:xfrm>
            <a:off x="457200" y="957600"/>
            <a:ext cx="8371200" cy="40539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a:latin typeface="Poppins Medium"/>
                <a:ea typeface="Poppins Medium"/>
                <a:cs typeface="Poppins Medium"/>
                <a:sym typeface="Poppins Medium"/>
              </a:rPr>
              <a:t>Enable and empower underrepresented populations to overcome poverty through improved access to education, increased economic opportunities, and to realize </a:t>
            </a:r>
            <a:r>
              <a:rPr lang="en">
                <a:latin typeface="Poppins Medium"/>
                <a:ea typeface="Poppins Medium"/>
                <a:cs typeface="Poppins Medium"/>
                <a:sym typeface="Poppins Medium"/>
              </a:rPr>
              <a:t>decent </a:t>
            </a:r>
            <a:r>
              <a:rPr lang="en">
                <a:latin typeface="Poppins Medium"/>
                <a:ea typeface="Poppins Medium"/>
                <a:cs typeface="Poppins Medium"/>
                <a:sym typeface="Poppins Medium"/>
              </a:rPr>
              <a:t>work for all </a:t>
            </a:r>
            <a:endParaRPr sz="1200"/>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t>Key UN SDGs</a:t>
            </a:r>
            <a:r>
              <a:rPr lang="en"/>
              <a:t>: </a:t>
            </a:r>
            <a:r>
              <a:rPr lang="en">
                <a:uFill>
                  <a:noFill/>
                </a:uFill>
                <a:hlinkClick r:id="rId3"/>
              </a:rPr>
              <a:t>SDG 1: </a:t>
            </a:r>
            <a:r>
              <a:rPr b="1" lang="en" u="sng">
                <a:solidFill>
                  <a:schemeClr val="accent5"/>
                </a:solidFill>
                <a:hlinkClick r:id="rId4">
                  <a:extLst>
                    <a:ext uri="{A12FA001-AC4F-418D-AE19-62706E023703}">
                      <ahyp:hlinkClr val="tx"/>
                    </a:ext>
                  </a:extLst>
                </a:hlinkClick>
              </a:rPr>
              <a:t>No Poverty</a:t>
            </a:r>
            <a:r>
              <a:rPr lang="en"/>
              <a:t>, </a:t>
            </a:r>
            <a:r>
              <a:rPr lang="en">
                <a:uFill>
                  <a:noFill/>
                </a:uFill>
                <a:hlinkClick r:id="rId5"/>
              </a:rPr>
              <a:t>SDG 4: </a:t>
            </a:r>
            <a:r>
              <a:rPr b="1" lang="en" u="sng">
                <a:solidFill>
                  <a:schemeClr val="accent5"/>
                </a:solidFill>
                <a:hlinkClick r:id="rId6">
                  <a:extLst>
                    <a:ext uri="{A12FA001-AC4F-418D-AE19-62706E023703}">
                      <ahyp:hlinkClr val="tx"/>
                    </a:ext>
                  </a:extLst>
                </a:hlinkClick>
              </a:rPr>
              <a:t>Quality Education</a:t>
            </a:r>
            <a:r>
              <a:rPr lang="en"/>
              <a:t>, </a:t>
            </a:r>
            <a:r>
              <a:rPr lang="en">
                <a:uFill>
                  <a:noFill/>
                </a:uFill>
                <a:hlinkClick r:id="rId7"/>
              </a:rPr>
              <a:t>SDG 5: </a:t>
            </a:r>
            <a:r>
              <a:rPr b="1" lang="en" u="sng">
                <a:solidFill>
                  <a:schemeClr val="accent5"/>
                </a:solidFill>
                <a:hlinkClick r:id="rId8">
                  <a:extLst>
                    <a:ext uri="{A12FA001-AC4F-418D-AE19-62706E023703}">
                      <ahyp:hlinkClr val="tx"/>
                    </a:ext>
                  </a:extLst>
                </a:hlinkClick>
              </a:rPr>
              <a:t>Gender Equality</a:t>
            </a:r>
            <a:r>
              <a:rPr lang="en"/>
              <a:t>, </a:t>
            </a:r>
            <a:r>
              <a:rPr lang="en">
                <a:uFill>
                  <a:noFill/>
                </a:uFill>
                <a:hlinkClick r:id="rId9"/>
              </a:rPr>
              <a:t>SDG 8: </a:t>
            </a:r>
            <a:r>
              <a:rPr b="1" lang="en" u="sng">
                <a:solidFill>
                  <a:schemeClr val="accent5"/>
                </a:solidFill>
                <a:hlinkClick r:id="rId10">
                  <a:extLst>
                    <a:ext uri="{A12FA001-AC4F-418D-AE19-62706E023703}">
                      <ahyp:hlinkClr val="tx"/>
                    </a:ext>
                  </a:extLst>
                </a:hlinkClick>
              </a:rPr>
              <a:t>Decent Work and Economic Growth</a:t>
            </a:r>
            <a:r>
              <a:rPr lang="en"/>
              <a:t>, </a:t>
            </a:r>
            <a:r>
              <a:rPr lang="en">
                <a:uFill>
                  <a:noFill/>
                </a:uFill>
                <a:hlinkClick r:id="rId11"/>
              </a:rPr>
              <a:t>SDG 10: </a:t>
            </a:r>
            <a:r>
              <a:rPr b="1" lang="en" u="sng">
                <a:solidFill>
                  <a:schemeClr val="accent5"/>
                </a:solidFill>
                <a:hlinkClick r:id="rId12">
                  <a:extLst>
                    <a:ext uri="{A12FA001-AC4F-418D-AE19-62706E023703}">
                      <ahyp:hlinkClr val="tx"/>
                    </a:ext>
                  </a:extLst>
                </a:hlinkClick>
              </a:rPr>
              <a:t>Reduced Inequalities</a:t>
            </a:r>
            <a:endParaRPr b="1">
              <a:solidFill>
                <a:schemeClr val="accent5"/>
              </a:solidFill>
            </a:endParaRPr>
          </a:p>
          <a:p>
            <a:pPr indent="0" lvl="0" marL="0" rtl="0" algn="l">
              <a:lnSpc>
                <a:spcPct val="115000"/>
              </a:lnSpc>
              <a:spcBef>
                <a:spcPts val="0"/>
              </a:spcBef>
              <a:spcAft>
                <a:spcPts val="0"/>
              </a:spcAft>
              <a:buNone/>
            </a:pPr>
            <a:r>
              <a:t/>
            </a:r>
            <a:endParaRPr u="sng"/>
          </a:p>
          <a:p>
            <a:pPr indent="-317500" lvl="0" marL="457200" rtl="0" algn="l">
              <a:spcBef>
                <a:spcPts val="1200"/>
              </a:spcBef>
              <a:spcAft>
                <a:spcPts val="0"/>
              </a:spcAft>
              <a:buClr>
                <a:schemeClr val="dk2"/>
              </a:buClr>
              <a:buSzPts val="1400"/>
              <a:buFont typeface="Poppins"/>
              <a:buChar char="●"/>
            </a:pPr>
            <a:r>
              <a:t/>
            </a:r>
            <a:endParaRPr>
              <a:solidFill>
                <a:srgbClr val="595959"/>
              </a:solidFill>
            </a:endParaRPr>
          </a:p>
          <a:p>
            <a:pPr indent="0" lvl="0" marL="0" rtl="0" algn="l">
              <a:lnSpc>
                <a:spcPct val="100000"/>
              </a:lnSpc>
              <a:spcBef>
                <a:spcPts val="1200"/>
              </a:spcBef>
              <a:spcAft>
                <a:spcPts val="0"/>
              </a:spcAft>
              <a:buNone/>
            </a:pPr>
            <a:r>
              <a:t/>
            </a:r>
            <a:endParaRPr b="1">
              <a:solidFill>
                <a:srgbClr val="595959"/>
              </a:solidFill>
              <a:latin typeface="Arial"/>
              <a:ea typeface="Arial"/>
              <a:cs typeface="Arial"/>
              <a:sym typeface="Arial"/>
            </a:endParaRPr>
          </a:p>
          <a:p>
            <a:pPr indent="0" lvl="0" marL="0" rtl="0" algn="l">
              <a:lnSpc>
                <a:spcPct val="100000"/>
              </a:lnSpc>
              <a:spcBef>
                <a:spcPts val="1200"/>
              </a:spcBef>
              <a:spcAft>
                <a:spcPts val="0"/>
              </a:spcAft>
              <a:buNone/>
            </a:pPr>
            <a:r>
              <a:t/>
            </a:r>
            <a:endParaRPr b="1"/>
          </a:p>
          <a:p>
            <a:pPr indent="0" lvl="0" marL="0" rtl="0" algn="l">
              <a:lnSpc>
                <a:spcPct val="115000"/>
              </a:lnSpc>
              <a:spcBef>
                <a:spcPts val="0"/>
              </a:spcBef>
              <a:spcAft>
                <a:spcPts val="0"/>
              </a:spcAft>
              <a:buNone/>
            </a:pPr>
            <a:r>
              <a:t/>
            </a:r>
            <a:endParaRPr/>
          </a:p>
        </p:txBody>
      </p:sp>
      <p:cxnSp>
        <p:nvCxnSpPr>
          <p:cNvPr id="231" name="Google Shape;231;p32"/>
          <p:cNvCxnSpPr/>
          <p:nvPr/>
        </p:nvCxnSpPr>
        <p:spPr>
          <a:xfrm flipH="1" rot="10800000">
            <a:off x="457200" y="906125"/>
            <a:ext cx="750900" cy="9900"/>
          </a:xfrm>
          <a:prstGeom prst="straightConnector1">
            <a:avLst/>
          </a:prstGeom>
          <a:noFill/>
          <a:ln cap="flat" cmpd="sng" w="19050">
            <a:solidFill>
              <a:srgbClr val="F1BC00"/>
            </a:solidFill>
            <a:prstDash val="solid"/>
            <a:round/>
            <a:headEnd len="med" w="med" type="none"/>
            <a:tailEnd len="med" w="med" type="none"/>
          </a:ln>
        </p:spPr>
      </p:cxnSp>
      <p:pic>
        <p:nvPicPr>
          <p:cNvPr id="232" name="Google Shape;232;p32"/>
          <p:cNvPicPr preferRelativeResize="0"/>
          <p:nvPr/>
        </p:nvPicPr>
        <p:blipFill rotWithShape="1">
          <a:blip r:embed="rId13">
            <a:alphaModFix/>
          </a:blip>
          <a:srcRect b="0" l="74138" r="2261" t="0"/>
          <a:stretch/>
        </p:blipFill>
        <p:spPr>
          <a:xfrm>
            <a:off x="310900" y="2669000"/>
            <a:ext cx="2300800" cy="2104349"/>
          </a:xfrm>
          <a:prstGeom prst="rect">
            <a:avLst/>
          </a:prstGeom>
          <a:noFill/>
          <a:ln>
            <a:noFill/>
          </a:ln>
        </p:spPr>
      </p:pic>
      <p:sp>
        <p:nvSpPr>
          <p:cNvPr id="233" name="Google Shape;233;p32"/>
          <p:cNvSpPr txBox="1"/>
          <p:nvPr/>
        </p:nvSpPr>
        <p:spPr>
          <a:xfrm>
            <a:off x="3072000" y="2820000"/>
            <a:ext cx="3000000" cy="129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u="sng">
                <a:solidFill>
                  <a:schemeClr val="dk2"/>
                </a:solidFill>
                <a:latin typeface="Poppins"/>
                <a:ea typeface="Poppins"/>
                <a:cs typeface="Poppins"/>
                <a:sym typeface="Poppins"/>
              </a:rPr>
              <a:t>Subthemes</a:t>
            </a:r>
            <a:r>
              <a:rPr lang="en">
                <a:solidFill>
                  <a:schemeClr val="dk2"/>
                </a:solidFill>
                <a:latin typeface="Poppins"/>
                <a:ea typeface="Poppins"/>
                <a:cs typeface="Poppins"/>
                <a:sym typeface="Poppins"/>
              </a:rPr>
              <a:t>:</a:t>
            </a:r>
            <a:r>
              <a:rPr b="1" lang="en">
                <a:solidFill>
                  <a:schemeClr val="dk2"/>
                </a:solidFill>
                <a:latin typeface="Poppins"/>
                <a:ea typeface="Poppins"/>
                <a:cs typeface="Poppins"/>
                <a:sym typeface="Poppins"/>
              </a:rPr>
              <a:t> </a:t>
            </a:r>
            <a:endParaRPr b="1">
              <a:solidFill>
                <a:schemeClr val="dk2"/>
              </a:solidFill>
              <a:latin typeface="Poppins"/>
              <a:ea typeface="Poppins"/>
              <a:cs typeface="Poppins"/>
              <a:sym typeface="Poppins"/>
            </a:endParaRPr>
          </a:p>
          <a:p>
            <a:pPr indent="-317500" lvl="0" marL="457200" rtl="0" algn="l">
              <a:lnSpc>
                <a:spcPct val="115000"/>
              </a:lnSpc>
              <a:spcBef>
                <a:spcPts val="1200"/>
              </a:spcBef>
              <a:spcAft>
                <a:spcPts val="0"/>
              </a:spcAft>
              <a:buClr>
                <a:schemeClr val="dk2"/>
              </a:buClr>
              <a:buSzPts val="1400"/>
              <a:buFont typeface="Poppins"/>
              <a:buChar char="●"/>
            </a:pPr>
            <a:r>
              <a:rPr lang="en">
                <a:solidFill>
                  <a:schemeClr val="dk2"/>
                </a:solidFill>
                <a:latin typeface="Poppins"/>
                <a:ea typeface="Poppins"/>
                <a:cs typeface="Poppins"/>
                <a:sym typeface="Poppins"/>
              </a:rPr>
              <a:t>Trade and Development</a:t>
            </a:r>
            <a:endParaRPr>
              <a:solidFill>
                <a:schemeClr val="dk2"/>
              </a:solidFill>
              <a:latin typeface="Poppins"/>
              <a:ea typeface="Poppins"/>
              <a:cs typeface="Poppins"/>
              <a:sym typeface="Poppins"/>
            </a:endParaRPr>
          </a:p>
          <a:p>
            <a:pPr indent="-317500" lvl="0" marL="457200" rtl="0" algn="l">
              <a:lnSpc>
                <a:spcPct val="115000"/>
              </a:lnSpc>
              <a:spcBef>
                <a:spcPts val="0"/>
              </a:spcBef>
              <a:spcAft>
                <a:spcPts val="0"/>
              </a:spcAft>
              <a:buClr>
                <a:schemeClr val="dk2"/>
              </a:buClr>
              <a:buSzPts val="1400"/>
              <a:buFont typeface="Poppins"/>
              <a:buChar char="●"/>
            </a:pPr>
            <a:r>
              <a:rPr lang="en">
                <a:solidFill>
                  <a:schemeClr val="dk2"/>
                </a:solidFill>
                <a:latin typeface="Poppins"/>
                <a:ea typeface="Poppins"/>
                <a:cs typeface="Poppins"/>
                <a:sym typeface="Poppins"/>
              </a:rPr>
              <a:t>DEI &amp; Wage Gap</a:t>
            </a:r>
            <a:endParaRPr>
              <a:solidFill>
                <a:schemeClr val="dk2"/>
              </a:solidFill>
              <a:latin typeface="Poppins"/>
              <a:ea typeface="Poppins"/>
              <a:cs typeface="Poppins"/>
              <a:sym typeface="Poppins"/>
            </a:endParaRPr>
          </a:p>
          <a:p>
            <a:pPr indent="-317500" lvl="0" marL="457200" rtl="0" algn="l">
              <a:lnSpc>
                <a:spcPct val="115000"/>
              </a:lnSpc>
              <a:spcBef>
                <a:spcPts val="0"/>
              </a:spcBef>
              <a:spcAft>
                <a:spcPts val="0"/>
              </a:spcAft>
              <a:buClr>
                <a:schemeClr val="dk2"/>
              </a:buClr>
              <a:buSzPts val="1400"/>
              <a:buFont typeface="Poppins"/>
              <a:buChar char="●"/>
            </a:pPr>
            <a:r>
              <a:rPr lang="en">
                <a:solidFill>
                  <a:schemeClr val="dk2"/>
                </a:solidFill>
                <a:latin typeface="Poppins"/>
                <a:ea typeface="Poppins"/>
                <a:cs typeface="Poppins"/>
                <a:sym typeface="Poppins"/>
              </a:rPr>
              <a:t>Universal Coverage</a:t>
            </a:r>
            <a:endParaRPr/>
          </a:p>
        </p:txBody>
      </p:sp>
      <p:sp>
        <p:nvSpPr>
          <p:cNvPr id="234" name="Google Shape;234;p32"/>
          <p:cNvSpPr txBox="1"/>
          <p:nvPr/>
        </p:nvSpPr>
        <p:spPr>
          <a:xfrm>
            <a:off x="5907500" y="3221700"/>
            <a:ext cx="3000000" cy="8958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200"/>
              </a:spcBef>
              <a:spcAft>
                <a:spcPts val="0"/>
              </a:spcAft>
              <a:buClr>
                <a:schemeClr val="dk2"/>
              </a:buClr>
              <a:buSzPts val="1400"/>
              <a:buFont typeface="Poppins"/>
              <a:buChar char="●"/>
            </a:pPr>
            <a:r>
              <a:rPr lang="en">
                <a:solidFill>
                  <a:schemeClr val="dk2"/>
                </a:solidFill>
                <a:latin typeface="Poppins"/>
                <a:ea typeface="Poppins"/>
                <a:cs typeface="Poppins"/>
                <a:sym typeface="Poppins"/>
              </a:rPr>
              <a:t>Quality Basic Education</a:t>
            </a:r>
            <a:endParaRPr>
              <a:solidFill>
                <a:schemeClr val="dk2"/>
              </a:solidFill>
              <a:latin typeface="Poppins"/>
              <a:ea typeface="Poppins"/>
              <a:cs typeface="Poppins"/>
              <a:sym typeface="Poppins"/>
            </a:endParaRPr>
          </a:p>
          <a:p>
            <a:pPr indent="-317500" lvl="0" marL="457200" rtl="0" algn="l">
              <a:lnSpc>
                <a:spcPct val="115000"/>
              </a:lnSpc>
              <a:spcBef>
                <a:spcPts val="0"/>
              </a:spcBef>
              <a:spcAft>
                <a:spcPts val="0"/>
              </a:spcAft>
              <a:buClr>
                <a:schemeClr val="dk2"/>
              </a:buClr>
              <a:buSzPts val="1400"/>
              <a:buFont typeface="Poppins"/>
              <a:buChar char="●"/>
            </a:pPr>
            <a:r>
              <a:rPr lang="en">
                <a:solidFill>
                  <a:schemeClr val="dk2"/>
                </a:solidFill>
                <a:latin typeface="Poppins"/>
                <a:ea typeface="Poppins"/>
                <a:cs typeface="Poppins"/>
                <a:sym typeface="Poppins"/>
              </a:rPr>
              <a:t>International Investment Dynamics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3"/>
          <p:cNvSpPr/>
          <p:nvPr/>
        </p:nvSpPr>
        <p:spPr>
          <a:xfrm>
            <a:off x="4759200" y="591201"/>
            <a:ext cx="4256700" cy="3922575"/>
          </a:xfrm>
          <a:prstGeom prst="flowChartProcess">
            <a:avLst/>
          </a:prstGeom>
          <a:solidFill>
            <a:srgbClr val="F1B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33"/>
          <p:cNvSpPr txBox="1"/>
          <p:nvPr>
            <p:ph type="title"/>
          </p:nvPr>
        </p:nvSpPr>
        <p:spPr>
          <a:xfrm>
            <a:off x="457200" y="445025"/>
            <a:ext cx="8229600" cy="640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Overview</a:t>
            </a:r>
            <a:endParaRPr/>
          </a:p>
        </p:txBody>
      </p:sp>
      <p:sp>
        <p:nvSpPr>
          <p:cNvPr id="241" name="Google Shape;241;p33"/>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42" name="Google Shape;242;p33"/>
          <p:cNvSpPr txBox="1"/>
          <p:nvPr/>
        </p:nvSpPr>
        <p:spPr>
          <a:xfrm>
            <a:off x="457200" y="937425"/>
            <a:ext cx="3780300" cy="3284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dk2"/>
                </a:solidFill>
                <a:latin typeface="Poppins"/>
                <a:ea typeface="Poppins"/>
                <a:cs typeface="Poppins"/>
                <a:sym typeface="Poppins"/>
              </a:rPr>
              <a:t>Rapid growth has lifted millions out of poverty, but progress has been uneven. Women are often held back more than men due to lack of access to paid work and education. Progress has been limited in regions like South Asia and sub-Saharan Africa, which account for 80 percent of those living in extreme poverty. New threats brought on by climate change, conflict and food insecurity, cement this need.  </a:t>
            </a:r>
            <a:r>
              <a:rPr lang="en" sz="1200">
                <a:solidFill>
                  <a:schemeClr val="dk2"/>
                </a:solidFill>
                <a:latin typeface="Poppins"/>
                <a:ea typeface="Poppins"/>
                <a:cs typeface="Poppins"/>
                <a:sym typeface="Poppins"/>
              </a:rPr>
              <a:t>The use of finite resources is a topic covered by the economic aspects of development. </a:t>
            </a:r>
            <a:endParaRPr sz="1200">
              <a:solidFill>
                <a:schemeClr val="dk2"/>
              </a:solidFill>
              <a:latin typeface="Poppins"/>
              <a:ea typeface="Poppins"/>
              <a:cs typeface="Poppins"/>
              <a:sym typeface="Poppins"/>
            </a:endParaRPr>
          </a:p>
          <a:p>
            <a:pPr indent="0" lvl="0" marL="0" rtl="0" algn="l">
              <a:lnSpc>
                <a:spcPct val="115000"/>
              </a:lnSpc>
              <a:spcBef>
                <a:spcPts val="1200"/>
              </a:spcBef>
              <a:spcAft>
                <a:spcPts val="1200"/>
              </a:spcAft>
              <a:buNone/>
            </a:pPr>
            <a:r>
              <a:rPr lang="en" sz="1200">
                <a:solidFill>
                  <a:schemeClr val="accent1"/>
                </a:solidFill>
                <a:latin typeface="Poppins"/>
                <a:ea typeface="Poppins"/>
                <a:cs typeface="Poppins"/>
                <a:sym typeface="Poppins"/>
              </a:rPr>
              <a:t>How can we provide </a:t>
            </a:r>
            <a:r>
              <a:rPr b="1" lang="en" sz="1200">
                <a:solidFill>
                  <a:schemeClr val="accent1"/>
                </a:solidFill>
                <a:latin typeface="Poppins"/>
                <a:ea typeface="Poppins"/>
                <a:cs typeface="Poppins"/>
                <a:sym typeface="Poppins"/>
              </a:rPr>
              <a:t>economic liberation</a:t>
            </a:r>
            <a:r>
              <a:rPr lang="en" sz="1200">
                <a:solidFill>
                  <a:schemeClr val="accent1"/>
                </a:solidFill>
                <a:latin typeface="Poppins"/>
                <a:ea typeface="Poppins"/>
                <a:cs typeface="Poppins"/>
                <a:sym typeface="Poppins"/>
              </a:rPr>
              <a:t> for everyone? And Can we urgently collaborate and find </a:t>
            </a:r>
            <a:r>
              <a:rPr lang="en" sz="1200">
                <a:solidFill>
                  <a:schemeClr val="accent1"/>
                </a:solidFill>
                <a:latin typeface="Poppins"/>
                <a:ea typeface="Poppins"/>
                <a:cs typeface="Poppins"/>
                <a:sym typeface="Poppins"/>
              </a:rPr>
              <a:t>solutions</a:t>
            </a:r>
            <a:r>
              <a:rPr lang="en" sz="1200">
                <a:solidFill>
                  <a:schemeClr val="accent1"/>
                </a:solidFill>
                <a:latin typeface="Poppins"/>
                <a:ea typeface="Poppins"/>
                <a:cs typeface="Poppins"/>
                <a:sym typeface="Poppins"/>
              </a:rPr>
              <a:t>  to such an important need?</a:t>
            </a:r>
            <a:endParaRPr sz="1200">
              <a:solidFill>
                <a:schemeClr val="accent1"/>
              </a:solidFill>
            </a:endParaRPr>
          </a:p>
        </p:txBody>
      </p:sp>
      <p:sp>
        <p:nvSpPr>
          <p:cNvPr id="243" name="Google Shape;243;p33"/>
          <p:cNvSpPr/>
          <p:nvPr/>
        </p:nvSpPr>
        <p:spPr>
          <a:xfrm>
            <a:off x="4865300" y="756075"/>
            <a:ext cx="4044500" cy="3631325"/>
          </a:xfrm>
          <a:prstGeom prst="flowChartProcess">
            <a:avLst/>
          </a:prstGeom>
          <a:solidFill>
            <a:srgbClr val="F5F6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4" name="Google Shape;244;p33"/>
          <p:cNvPicPr preferRelativeResize="0"/>
          <p:nvPr/>
        </p:nvPicPr>
        <p:blipFill rotWithShape="1">
          <a:blip r:embed="rId3">
            <a:alphaModFix/>
          </a:blip>
          <a:srcRect b="0" l="20389" r="0" t="0"/>
          <a:stretch/>
        </p:blipFill>
        <p:spPr>
          <a:xfrm>
            <a:off x="5075175" y="1085225"/>
            <a:ext cx="3611628" cy="3023676"/>
          </a:xfrm>
          <a:prstGeom prst="rect">
            <a:avLst/>
          </a:prstGeom>
          <a:noFill/>
          <a:ln>
            <a:noFill/>
          </a:ln>
        </p:spPr>
      </p:pic>
      <p:cxnSp>
        <p:nvCxnSpPr>
          <p:cNvPr id="245" name="Google Shape;245;p33"/>
          <p:cNvCxnSpPr/>
          <p:nvPr/>
        </p:nvCxnSpPr>
        <p:spPr>
          <a:xfrm flipH="1" rot="10800000">
            <a:off x="457200" y="906125"/>
            <a:ext cx="750900" cy="9900"/>
          </a:xfrm>
          <a:prstGeom prst="straightConnector1">
            <a:avLst/>
          </a:prstGeom>
          <a:noFill/>
          <a:ln cap="flat" cmpd="sng" w="19050">
            <a:solidFill>
              <a:srgbClr val="F1BC00"/>
            </a:solidFill>
            <a:prstDash val="solid"/>
            <a:round/>
            <a:headEnd len="med" w="med" type="none"/>
            <a:tailEnd len="med" w="med"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4"/>
          <p:cNvSpPr txBox="1"/>
          <p:nvPr>
            <p:ph type="title"/>
          </p:nvPr>
        </p:nvSpPr>
        <p:spPr>
          <a:xfrm>
            <a:off x="457200" y="445025"/>
            <a:ext cx="8229600" cy="640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UN SDGs</a:t>
            </a:r>
            <a:endParaRPr/>
          </a:p>
        </p:txBody>
      </p:sp>
      <p:sp>
        <p:nvSpPr>
          <p:cNvPr id="251" name="Google Shape;251;p34"/>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52" name="Google Shape;252;p34"/>
          <p:cNvSpPr txBox="1"/>
          <p:nvPr>
            <p:ph idx="3" type="subTitle"/>
          </p:nvPr>
        </p:nvSpPr>
        <p:spPr>
          <a:xfrm>
            <a:off x="454700" y="0"/>
            <a:ext cx="4466700" cy="438900"/>
          </a:xfrm>
          <a:prstGeom prst="rect">
            <a:avLst/>
          </a:prstGeom>
        </p:spPr>
        <p:txBody>
          <a:bodyPr anchorCtr="0" anchor="ctr" bIns="0" lIns="0" spcFirstLastPara="1" rIns="0" wrap="square" tIns="0">
            <a:noAutofit/>
          </a:bodyPr>
          <a:lstStyle/>
          <a:p>
            <a:pPr indent="0" lvl="0" marL="0" rtl="0" algn="l">
              <a:spcBef>
                <a:spcPts val="0"/>
              </a:spcBef>
              <a:spcAft>
                <a:spcPts val="1200"/>
              </a:spcAft>
              <a:buNone/>
            </a:pPr>
            <a:r>
              <a:rPr lang="en"/>
              <a:t>Economic Empowerment</a:t>
            </a:r>
            <a:r>
              <a:rPr lang="en"/>
              <a:t>: UN SDGs</a:t>
            </a:r>
            <a:endParaRPr/>
          </a:p>
        </p:txBody>
      </p:sp>
      <p:sp>
        <p:nvSpPr>
          <p:cNvPr id="253" name="Google Shape;253;p34"/>
          <p:cNvSpPr txBox="1"/>
          <p:nvPr/>
        </p:nvSpPr>
        <p:spPr>
          <a:xfrm>
            <a:off x="456075" y="1561581"/>
            <a:ext cx="3854400" cy="218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200"/>
              </a:spcAft>
              <a:buNone/>
            </a:pPr>
            <a:r>
              <a:rPr lang="en">
                <a:solidFill>
                  <a:srgbClr val="595959"/>
                </a:solidFill>
                <a:latin typeface="Poppins"/>
                <a:ea typeface="Poppins"/>
                <a:cs typeface="Poppins"/>
                <a:sym typeface="Poppins"/>
              </a:rPr>
              <a:t>End poverty in all its forms everywhere.</a:t>
            </a:r>
            <a:endParaRPr>
              <a:solidFill>
                <a:srgbClr val="595959"/>
              </a:solidFill>
              <a:latin typeface="Poppins"/>
              <a:ea typeface="Poppins"/>
              <a:cs typeface="Poppins"/>
              <a:sym typeface="Poppins"/>
            </a:endParaRPr>
          </a:p>
        </p:txBody>
      </p:sp>
      <p:sp>
        <p:nvSpPr>
          <p:cNvPr id="254" name="Google Shape;254;p34"/>
          <p:cNvSpPr txBox="1"/>
          <p:nvPr/>
        </p:nvSpPr>
        <p:spPr>
          <a:xfrm>
            <a:off x="4831275" y="1561906"/>
            <a:ext cx="3854400" cy="970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200"/>
              </a:spcAft>
              <a:buNone/>
            </a:pPr>
            <a:r>
              <a:rPr lang="en">
                <a:solidFill>
                  <a:srgbClr val="595959"/>
                </a:solidFill>
                <a:latin typeface="Poppins"/>
                <a:ea typeface="Poppins"/>
                <a:cs typeface="Poppins"/>
                <a:sym typeface="Poppins"/>
              </a:rPr>
              <a:t>Ensure inclusive and equitable quality education and promote lifelong learning opportunities for all.</a:t>
            </a:r>
            <a:endParaRPr>
              <a:solidFill>
                <a:srgbClr val="595959"/>
              </a:solidFill>
              <a:latin typeface="Poppins"/>
              <a:ea typeface="Poppins"/>
              <a:cs typeface="Poppins"/>
              <a:sym typeface="Poppins"/>
            </a:endParaRPr>
          </a:p>
        </p:txBody>
      </p:sp>
      <p:sp>
        <p:nvSpPr>
          <p:cNvPr id="255" name="Google Shape;255;p34"/>
          <p:cNvSpPr txBox="1"/>
          <p:nvPr/>
        </p:nvSpPr>
        <p:spPr>
          <a:xfrm>
            <a:off x="457200" y="1228425"/>
            <a:ext cx="3858900" cy="218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1200"/>
              </a:spcAft>
              <a:buNone/>
            </a:pPr>
            <a:r>
              <a:rPr lang="en" sz="1600">
                <a:solidFill>
                  <a:srgbClr val="F1BC00"/>
                </a:solidFill>
                <a:latin typeface="Poppins"/>
                <a:ea typeface="Poppins"/>
                <a:cs typeface="Poppins"/>
                <a:sym typeface="Poppins"/>
              </a:rPr>
              <a:t>#1: No Poverty</a:t>
            </a:r>
            <a:endParaRPr sz="1600">
              <a:solidFill>
                <a:srgbClr val="F1BC00"/>
              </a:solidFill>
              <a:latin typeface="Poppins"/>
              <a:ea typeface="Poppins"/>
              <a:cs typeface="Poppins"/>
              <a:sym typeface="Poppins"/>
            </a:endParaRPr>
          </a:p>
        </p:txBody>
      </p:sp>
      <p:sp>
        <p:nvSpPr>
          <p:cNvPr id="256" name="Google Shape;256;p34"/>
          <p:cNvSpPr txBox="1"/>
          <p:nvPr/>
        </p:nvSpPr>
        <p:spPr>
          <a:xfrm>
            <a:off x="4829025" y="1228585"/>
            <a:ext cx="3858900" cy="218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1200"/>
              </a:spcAft>
              <a:buNone/>
            </a:pPr>
            <a:r>
              <a:rPr lang="en" sz="1600">
                <a:solidFill>
                  <a:srgbClr val="F1BC00"/>
                </a:solidFill>
                <a:latin typeface="Poppins"/>
                <a:ea typeface="Poppins"/>
                <a:cs typeface="Poppins"/>
                <a:sym typeface="Poppins"/>
              </a:rPr>
              <a:t>#4: Quality Education</a:t>
            </a:r>
            <a:endParaRPr sz="1600">
              <a:solidFill>
                <a:srgbClr val="F1BC00"/>
              </a:solidFill>
              <a:latin typeface="Poppins"/>
              <a:ea typeface="Poppins"/>
              <a:cs typeface="Poppins"/>
              <a:sym typeface="Poppins"/>
            </a:endParaRPr>
          </a:p>
        </p:txBody>
      </p:sp>
      <p:sp>
        <p:nvSpPr>
          <p:cNvPr id="257" name="Google Shape;257;p34"/>
          <p:cNvSpPr txBox="1"/>
          <p:nvPr/>
        </p:nvSpPr>
        <p:spPr>
          <a:xfrm>
            <a:off x="456075" y="2331647"/>
            <a:ext cx="3854400" cy="495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200"/>
              </a:spcAft>
              <a:buNone/>
            </a:pPr>
            <a:r>
              <a:rPr lang="en">
                <a:solidFill>
                  <a:srgbClr val="595959"/>
                </a:solidFill>
                <a:latin typeface="Poppins"/>
                <a:ea typeface="Poppins"/>
                <a:cs typeface="Poppins"/>
                <a:sym typeface="Poppins"/>
              </a:rPr>
              <a:t>Achieve gender equality and empower all women and girls.</a:t>
            </a:r>
            <a:endParaRPr>
              <a:solidFill>
                <a:srgbClr val="595959"/>
              </a:solidFill>
              <a:latin typeface="Poppins"/>
              <a:ea typeface="Poppins"/>
              <a:cs typeface="Poppins"/>
              <a:sym typeface="Poppins"/>
            </a:endParaRPr>
          </a:p>
        </p:txBody>
      </p:sp>
      <p:sp>
        <p:nvSpPr>
          <p:cNvPr id="258" name="Google Shape;258;p34"/>
          <p:cNvSpPr txBox="1"/>
          <p:nvPr/>
        </p:nvSpPr>
        <p:spPr>
          <a:xfrm>
            <a:off x="4830150" y="2865366"/>
            <a:ext cx="3854400" cy="970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200"/>
              </a:spcAft>
              <a:buNone/>
            </a:pPr>
            <a:r>
              <a:rPr lang="en">
                <a:solidFill>
                  <a:srgbClr val="595959"/>
                </a:solidFill>
                <a:latin typeface="Poppins"/>
                <a:ea typeface="Poppins"/>
                <a:cs typeface="Poppins"/>
                <a:sym typeface="Poppins"/>
              </a:rPr>
              <a:t>Promote sustained, inclusive and sustainable economic growth, full and productive employment and decent work for all.</a:t>
            </a:r>
            <a:endParaRPr>
              <a:solidFill>
                <a:srgbClr val="595959"/>
              </a:solidFill>
              <a:latin typeface="Poppins"/>
              <a:ea typeface="Poppins"/>
              <a:cs typeface="Poppins"/>
              <a:sym typeface="Poppins"/>
            </a:endParaRPr>
          </a:p>
        </p:txBody>
      </p:sp>
      <p:sp>
        <p:nvSpPr>
          <p:cNvPr id="259" name="Google Shape;259;p34"/>
          <p:cNvSpPr txBox="1"/>
          <p:nvPr/>
        </p:nvSpPr>
        <p:spPr>
          <a:xfrm>
            <a:off x="456075" y="1998486"/>
            <a:ext cx="3858900" cy="218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1200"/>
              </a:spcAft>
              <a:buNone/>
            </a:pPr>
            <a:r>
              <a:rPr lang="en" sz="1600">
                <a:solidFill>
                  <a:srgbClr val="F1BC00"/>
                </a:solidFill>
                <a:latin typeface="Poppins"/>
                <a:ea typeface="Poppins"/>
                <a:cs typeface="Poppins"/>
                <a:sym typeface="Poppins"/>
              </a:rPr>
              <a:t>#5: Gender Equality</a:t>
            </a:r>
            <a:endParaRPr sz="1600">
              <a:solidFill>
                <a:srgbClr val="F1BC00"/>
              </a:solidFill>
              <a:latin typeface="Poppins"/>
              <a:ea typeface="Poppins"/>
              <a:cs typeface="Poppins"/>
              <a:sym typeface="Poppins"/>
            </a:endParaRPr>
          </a:p>
        </p:txBody>
      </p:sp>
      <p:sp>
        <p:nvSpPr>
          <p:cNvPr id="260" name="Google Shape;260;p34"/>
          <p:cNvSpPr txBox="1"/>
          <p:nvPr/>
        </p:nvSpPr>
        <p:spPr>
          <a:xfrm>
            <a:off x="4827900" y="2532045"/>
            <a:ext cx="3858900" cy="218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1200"/>
              </a:spcAft>
              <a:buNone/>
            </a:pPr>
            <a:r>
              <a:rPr lang="en" sz="1600">
                <a:solidFill>
                  <a:srgbClr val="F1BC00"/>
                </a:solidFill>
                <a:latin typeface="Poppins"/>
                <a:ea typeface="Poppins"/>
                <a:cs typeface="Poppins"/>
                <a:sym typeface="Poppins"/>
              </a:rPr>
              <a:t>#8: Decent Work and Econ. Growth</a:t>
            </a:r>
            <a:endParaRPr sz="1600">
              <a:solidFill>
                <a:srgbClr val="F1BC00"/>
              </a:solidFill>
              <a:latin typeface="Poppins"/>
              <a:ea typeface="Poppins"/>
              <a:cs typeface="Poppins"/>
              <a:sym typeface="Poppins"/>
            </a:endParaRPr>
          </a:p>
        </p:txBody>
      </p:sp>
      <p:sp>
        <p:nvSpPr>
          <p:cNvPr id="261" name="Google Shape;261;p34"/>
          <p:cNvSpPr txBox="1"/>
          <p:nvPr/>
        </p:nvSpPr>
        <p:spPr>
          <a:xfrm>
            <a:off x="453825" y="3330297"/>
            <a:ext cx="3854400" cy="495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200"/>
              </a:spcAft>
              <a:buNone/>
            </a:pPr>
            <a:r>
              <a:rPr lang="en">
                <a:solidFill>
                  <a:srgbClr val="595959"/>
                </a:solidFill>
                <a:latin typeface="Poppins"/>
                <a:ea typeface="Poppins"/>
                <a:cs typeface="Poppins"/>
                <a:sym typeface="Poppins"/>
              </a:rPr>
              <a:t>Mobilising resources to foster macroeconomic stability for developing countries from international sources</a:t>
            </a:r>
            <a:endParaRPr>
              <a:solidFill>
                <a:srgbClr val="595959"/>
              </a:solidFill>
              <a:latin typeface="Poppins"/>
              <a:ea typeface="Poppins"/>
              <a:cs typeface="Poppins"/>
              <a:sym typeface="Poppins"/>
            </a:endParaRPr>
          </a:p>
        </p:txBody>
      </p:sp>
      <p:sp>
        <p:nvSpPr>
          <p:cNvPr id="262" name="Google Shape;262;p34"/>
          <p:cNvSpPr txBox="1"/>
          <p:nvPr/>
        </p:nvSpPr>
        <p:spPr>
          <a:xfrm>
            <a:off x="453825" y="2997136"/>
            <a:ext cx="3858900" cy="218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1200"/>
              </a:spcAft>
              <a:buNone/>
            </a:pPr>
            <a:r>
              <a:rPr lang="en" sz="1600">
                <a:solidFill>
                  <a:srgbClr val="F1BC00"/>
                </a:solidFill>
                <a:latin typeface="Poppins"/>
                <a:ea typeface="Poppins"/>
                <a:cs typeface="Poppins"/>
                <a:sym typeface="Poppins"/>
              </a:rPr>
              <a:t>#17: </a:t>
            </a:r>
            <a:r>
              <a:rPr lang="en" sz="1600">
                <a:solidFill>
                  <a:srgbClr val="F1BC00"/>
                </a:solidFill>
                <a:latin typeface="Poppins"/>
                <a:ea typeface="Poppins"/>
                <a:cs typeface="Poppins"/>
                <a:sym typeface="Poppins"/>
              </a:rPr>
              <a:t>Partnership for the Goals</a:t>
            </a:r>
            <a:endParaRPr sz="1600">
              <a:solidFill>
                <a:srgbClr val="F1BC00"/>
              </a:solidFill>
              <a:latin typeface="Poppins"/>
              <a:ea typeface="Poppins"/>
              <a:cs typeface="Poppins"/>
              <a:sym typeface="Poppins"/>
            </a:endParaRPr>
          </a:p>
        </p:txBody>
      </p:sp>
      <p:cxnSp>
        <p:nvCxnSpPr>
          <p:cNvPr id="263" name="Google Shape;263;p34"/>
          <p:cNvCxnSpPr/>
          <p:nvPr/>
        </p:nvCxnSpPr>
        <p:spPr>
          <a:xfrm flipH="1" rot="10800000">
            <a:off x="457200" y="906125"/>
            <a:ext cx="750900" cy="9900"/>
          </a:xfrm>
          <a:prstGeom prst="straightConnector1">
            <a:avLst/>
          </a:prstGeom>
          <a:noFill/>
          <a:ln cap="flat" cmpd="sng" w="19050">
            <a:solidFill>
              <a:srgbClr val="F1BC00"/>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5"/>
          <p:cNvSpPr txBox="1"/>
          <p:nvPr>
            <p:ph type="title"/>
          </p:nvPr>
        </p:nvSpPr>
        <p:spPr>
          <a:xfrm>
            <a:off x="457200" y="1046175"/>
            <a:ext cx="7752300" cy="2507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Subthemes</a:t>
            </a:r>
            <a:endParaRPr/>
          </a:p>
        </p:txBody>
      </p:sp>
      <p:sp>
        <p:nvSpPr>
          <p:cNvPr id="269" name="Google Shape;269;p35"/>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6"/>
          <p:cNvSpPr txBox="1"/>
          <p:nvPr>
            <p:ph type="title"/>
          </p:nvPr>
        </p:nvSpPr>
        <p:spPr>
          <a:xfrm>
            <a:off x="457200" y="1972750"/>
            <a:ext cx="2394900" cy="1482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
                <a:latin typeface="Poppins"/>
                <a:ea typeface="Poppins"/>
                <a:cs typeface="Poppins"/>
                <a:sym typeface="Poppins"/>
              </a:rPr>
              <a:t>Trade and Development</a:t>
            </a:r>
            <a:endParaRPr b="1">
              <a:latin typeface="Poppins"/>
              <a:ea typeface="Poppins"/>
              <a:cs typeface="Poppins"/>
              <a:sym typeface="Poppins"/>
            </a:endParaRPr>
          </a:p>
          <a:p>
            <a:pPr indent="0" lvl="0" marL="0" rtl="0" algn="l">
              <a:spcBef>
                <a:spcPts val="0"/>
              </a:spcBef>
              <a:spcAft>
                <a:spcPts val="0"/>
              </a:spcAft>
              <a:buNone/>
            </a:pPr>
            <a:r>
              <a:t/>
            </a:r>
            <a:endParaRPr b="1">
              <a:latin typeface="Poppins"/>
              <a:ea typeface="Poppins"/>
              <a:cs typeface="Poppins"/>
              <a:sym typeface="Poppins"/>
            </a:endParaRPr>
          </a:p>
        </p:txBody>
      </p:sp>
      <p:sp>
        <p:nvSpPr>
          <p:cNvPr id="275" name="Google Shape;275;p36"/>
          <p:cNvSpPr txBox="1"/>
          <p:nvPr>
            <p:ph idx="1" type="body"/>
          </p:nvPr>
        </p:nvSpPr>
        <p:spPr>
          <a:xfrm>
            <a:off x="3656925" y="445025"/>
            <a:ext cx="5029800" cy="457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i="1" lang="en" sz="1100"/>
              <a:t>“Nowadays one country cannot go it alone. This is a global village.” - Sheikh Hasina</a:t>
            </a:r>
            <a:endParaRPr i="1" sz="1100"/>
          </a:p>
          <a:p>
            <a:pPr indent="0" lvl="0" marL="0" rtl="0" algn="l">
              <a:spcBef>
                <a:spcPts val="1200"/>
              </a:spcBef>
              <a:spcAft>
                <a:spcPts val="0"/>
              </a:spcAft>
              <a:buNone/>
            </a:pPr>
            <a:r>
              <a:rPr b="1" lang="en" sz="1100"/>
              <a:t>Trade and Development</a:t>
            </a:r>
            <a:r>
              <a:rPr b="1" lang="en" sz="1100"/>
              <a:t>: </a:t>
            </a:r>
            <a:r>
              <a:rPr lang="en" sz="1100"/>
              <a:t>Trade has been a part of economic development for centuries. It has the potential to be a significant force for reducing global poverty by spurring economic growth, creating jobs, reducing prices, increasing the variety of goods for consumers, and helping countries acquire new technologies.</a:t>
            </a:r>
            <a:r>
              <a:rPr lang="en" sz="1100">
                <a:solidFill>
                  <a:srgbClr val="202124"/>
                </a:solidFill>
                <a:highlight>
                  <a:srgbClr val="FFFFFF"/>
                </a:highlight>
                <a:latin typeface="Arial"/>
                <a:ea typeface="Arial"/>
                <a:cs typeface="Arial"/>
                <a:sym typeface="Arial"/>
              </a:rPr>
              <a:t> </a:t>
            </a:r>
            <a:r>
              <a:rPr lang="en" sz="1100"/>
              <a:t>(</a:t>
            </a:r>
            <a:r>
              <a:rPr lang="en" sz="1100" u="sng">
                <a:solidFill>
                  <a:schemeClr val="hlink"/>
                </a:solidFill>
                <a:hlinkClick r:id="rId3"/>
              </a:rPr>
              <a:t>The Swedish International Development Cooperation Agency</a:t>
            </a:r>
            <a:r>
              <a:rPr lang="en" sz="1100"/>
              <a:t>)</a:t>
            </a:r>
            <a:endParaRPr sz="1100"/>
          </a:p>
          <a:p>
            <a:pPr indent="0" lvl="0" marL="0" rtl="0" algn="l">
              <a:spcBef>
                <a:spcPts val="1200"/>
              </a:spcBef>
              <a:spcAft>
                <a:spcPts val="0"/>
              </a:spcAft>
              <a:buNone/>
            </a:pPr>
            <a:r>
              <a:rPr b="1" lang="en" sz="1100"/>
              <a:t>Did you know?</a:t>
            </a:r>
            <a:endParaRPr b="1" sz="1100"/>
          </a:p>
          <a:p>
            <a:pPr indent="0" lvl="0" marL="0" marR="0" rtl="0" algn="l">
              <a:lnSpc>
                <a:spcPct val="115000"/>
              </a:lnSpc>
              <a:spcBef>
                <a:spcPts val="1200"/>
              </a:spcBef>
              <a:spcAft>
                <a:spcPts val="0"/>
              </a:spcAft>
              <a:buNone/>
            </a:pPr>
            <a:r>
              <a:rPr lang="en" sz="1100"/>
              <a:t>“The 2030 Agenda for Sustainable Development defines international trade as “an engine for inclusive economic growth and poverty reduction, [that] contributes to the promotion of sustainable development</a:t>
            </a:r>
            <a:r>
              <a:rPr lang="en" sz="1100"/>
              <a:t>” (</a:t>
            </a:r>
            <a:r>
              <a:rPr lang="en" sz="1100" u="sng">
                <a:solidFill>
                  <a:schemeClr val="hlink"/>
                </a:solidFill>
                <a:hlinkClick r:id="rId4"/>
              </a:rPr>
              <a:t>UNCTAD</a:t>
            </a:r>
            <a:r>
              <a:rPr lang="en" sz="1100"/>
              <a:t>)</a:t>
            </a:r>
            <a:endParaRPr sz="1100"/>
          </a:p>
          <a:p>
            <a:pPr indent="0" lvl="0" marL="0" marR="292100" rtl="0" algn="l">
              <a:spcBef>
                <a:spcPts val="1200"/>
              </a:spcBef>
              <a:spcAft>
                <a:spcPts val="0"/>
              </a:spcAft>
              <a:buNone/>
            </a:pPr>
            <a:r>
              <a:rPr b="1" lang="en" sz="1100">
                <a:solidFill>
                  <a:schemeClr val="accent1"/>
                </a:solidFill>
              </a:rPr>
              <a:t>See  Modern Technological Innovations</a:t>
            </a:r>
            <a:endParaRPr b="1" sz="1100"/>
          </a:p>
          <a:p>
            <a:pPr indent="-298450" lvl="0" marL="457200" rtl="0" algn="l">
              <a:spcBef>
                <a:spcPts val="600"/>
              </a:spcBef>
              <a:spcAft>
                <a:spcPts val="0"/>
              </a:spcAft>
              <a:buSzPts val="1100"/>
              <a:buChar char="●"/>
            </a:pPr>
            <a:r>
              <a:rPr lang="en" sz="1100" u="sng">
                <a:solidFill>
                  <a:schemeClr val="hlink"/>
                </a:solidFill>
                <a:hlinkClick r:id="rId5"/>
              </a:rPr>
              <a:t>The World Bank - The Importance of Trade to Development</a:t>
            </a:r>
            <a:endParaRPr sz="1100"/>
          </a:p>
          <a:p>
            <a:pPr indent="-298450" lvl="0" marL="457200" rtl="0" algn="l">
              <a:lnSpc>
                <a:spcPct val="120000"/>
              </a:lnSpc>
              <a:spcBef>
                <a:spcPts val="0"/>
              </a:spcBef>
              <a:spcAft>
                <a:spcPts val="0"/>
              </a:spcAft>
              <a:buSzPts val="1100"/>
              <a:buChar char="●"/>
            </a:pPr>
            <a:r>
              <a:rPr lang="en" sz="1100" u="sng">
                <a:solidFill>
                  <a:schemeClr val="hlink"/>
                </a:solidFill>
                <a:hlinkClick r:id="rId6"/>
              </a:rPr>
              <a:t>The 2030 Agenda for Sustainable Development</a:t>
            </a:r>
            <a:endParaRPr sz="1100"/>
          </a:p>
          <a:p>
            <a:pPr indent="0" lvl="0" marL="0" rtl="0" algn="l">
              <a:spcBef>
                <a:spcPts val="1500"/>
              </a:spcBef>
              <a:spcAft>
                <a:spcPts val="0"/>
              </a:spcAft>
              <a:buNone/>
            </a:pPr>
            <a:r>
              <a:t/>
            </a:r>
            <a:endParaRPr sz="1100"/>
          </a:p>
          <a:p>
            <a:pPr indent="0" lvl="0" marL="0" rtl="0" algn="l">
              <a:spcBef>
                <a:spcPts val="1200"/>
              </a:spcBef>
              <a:spcAft>
                <a:spcPts val="1200"/>
              </a:spcAft>
              <a:buNone/>
            </a:pPr>
            <a:r>
              <a:t/>
            </a:r>
            <a:endParaRPr sz="1100"/>
          </a:p>
        </p:txBody>
      </p:sp>
      <p:sp>
        <p:nvSpPr>
          <p:cNvPr id="276" name="Google Shape;276;p36"/>
          <p:cNvSpPr txBox="1"/>
          <p:nvPr>
            <p:ph idx="12" type="sldNum"/>
          </p:nvPr>
        </p:nvSpPr>
        <p:spPr>
          <a:xfrm>
            <a:off x="8212801" y="4650600"/>
            <a:ext cx="474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77" name="Google Shape;277;p36"/>
          <p:cNvSpPr txBox="1"/>
          <p:nvPr/>
        </p:nvSpPr>
        <p:spPr>
          <a:xfrm>
            <a:off x="3662100" y="9150"/>
            <a:ext cx="4466700" cy="4389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1200"/>
              </a:spcAft>
              <a:buNone/>
            </a:pPr>
            <a:r>
              <a:rPr lang="en" sz="1200">
                <a:solidFill>
                  <a:srgbClr val="C4C4C4"/>
                </a:solidFill>
                <a:latin typeface="Poppins"/>
                <a:ea typeface="Poppins"/>
                <a:cs typeface="Poppins"/>
                <a:sym typeface="Poppins"/>
              </a:rPr>
              <a:t>Economic Empowerment: Trade and Development </a:t>
            </a:r>
            <a:endParaRPr sz="1200">
              <a:solidFill>
                <a:srgbClr val="C4C4C4"/>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7"/>
          <p:cNvSpPr txBox="1"/>
          <p:nvPr>
            <p:ph type="title"/>
          </p:nvPr>
        </p:nvSpPr>
        <p:spPr>
          <a:xfrm>
            <a:off x="457200" y="1919425"/>
            <a:ext cx="2394900" cy="1482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b="1">
              <a:latin typeface="Poppins"/>
              <a:ea typeface="Poppins"/>
              <a:cs typeface="Poppins"/>
              <a:sym typeface="Poppins"/>
            </a:endParaRPr>
          </a:p>
          <a:p>
            <a:pPr indent="0" lvl="0" marL="0" marR="0" rtl="0" algn="l">
              <a:lnSpc>
                <a:spcPct val="100000"/>
              </a:lnSpc>
              <a:spcBef>
                <a:spcPts val="0"/>
              </a:spcBef>
              <a:spcAft>
                <a:spcPts val="0"/>
              </a:spcAft>
              <a:buNone/>
            </a:pPr>
            <a:r>
              <a:rPr b="1" lang="en">
                <a:latin typeface="Poppins"/>
                <a:ea typeface="Poppins"/>
                <a:cs typeface="Poppins"/>
                <a:sym typeface="Poppins"/>
              </a:rPr>
              <a:t>DEI &amp; Wage Gap</a:t>
            </a:r>
            <a:endParaRPr b="1">
              <a:latin typeface="Poppins"/>
              <a:ea typeface="Poppins"/>
              <a:cs typeface="Poppins"/>
              <a:sym typeface="Poppins"/>
            </a:endParaRPr>
          </a:p>
          <a:p>
            <a:pPr indent="0" lvl="0" marL="0" rtl="0" algn="l">
              <a:spcBef>
                <a:spcPts val="0"/>
              </a:spcBef>
              <a:spcAft>
                <a:spcPts val="0"/>
              </a:spcAft>
              <a:buNone/>
            </a:pPr>
            <a:r>
              <a:t/>
            </a:r>
            <a:endParaRPr b="1">
              <a:latin typeface="Poppins"/>
              <a:ea typeface="Poppins"/>
              <a:cs typeface="Poppins"/>
              <a:sym typeface="Poppins"/>
            </a:endParaRPr>
          </a:p>
        </p:txBody>
      </p:sp>
      <p:sp>
        <p:nvSpPr>
          <p:cNvPr id="283" name="Google Shape;283;p37"/>
          <p:cNvSpPr txBox="1"/>
          <p:nvPr>
            <p:ph idx="1" type="body"/>
          </p:nvPr>
        </p:nvSpPr>
        <p:spPr>
          <a:xfrm>
            <a:off x="3656925" y="445025"/>
            <a:ext cx="5029800" cy="457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i="1" lang="en" sz="1100"/>
              <a:t>“When we pay women less than men, we’re telling women their work isn’t as valuable. We’re all equally valuable. And we should be paid equally.” </a:t>
            </a:r>
            <a:r>
              <a:rPr lang="en" sz="1100"/>
              <a:t>– Maria Shriver, Journalist</a:t>
            </a:r>
            <a:endParaRPr sz="1100"/>
          </a:p>
          <a:p>
            <a:pPr indent="0" lvl="0" marL="0" rtl="0" algn="l">
              <a:spcBef>
                <a:spcPts val="1200"/>
              </a:spcBef>
              <a:spcAft>
                <a:spcPts val="0"/>
              </a:spcAft>
              <a:buNone/>
            </a:pPr>
            <a:r>
              <a:rPr b="1" lang="en" sz="1100"/>
              <a:t>DEI &amp; Wage Gap</a:t>
            </a:r>
            <a:r>
              <a:rPr b="1" lang="en" sz="1100"/>
              <a:t>: </a:t>
            </a:r>
            <a:r>
              <a:rPr i="1" lang="en" sz="1100"/>
              <a:t>Diversity, equity and inclusion (DEI) is a term used to describe </a:t>
            </a:r>
            <a:r>
              <a:rPr i="1" lang="en" sz="1100">
                <a:uFill>
                  <a:noFill/>
                </a:uFill>
                <a:hlinkClick r:id="rId3"/>
              </a:rPr>
              <a:t>policies and programs</a:t>
            </a:r>
            <a:r>
              <a:rPr i="1" lang="en" sz="1100"/>
              <a:t> that promote the representation and participation of different groups of individuals, including people of different ages, races and ethnicities, abilities and disabilities, genders, religions, cultures and sexual orientations</a:t>
            </a:r>
            <a:r>
              <a:rPr lang="en" sz="1100">
                <a:solidFill>
                  <a:srgbClr val="666666"/>
                </a:solidFill>
                <a:highlight>
                  <a:srgbClr val="FFFFFF"/>
                </a:highlight>
                <a:latin typeface="Arial"/>
                <a:ea typeface="Arial"/>
                <a:cs typeface="Arial"/>
                <a:sym typeface="Arial"/>
              </a:rPr>
              <a:t>. </a:t>
            </a:r>
            <a:r>
              <a:rPr lang="en" sz="1100"/>
              <a:t>(</a:t>
            </a:r>
            <a:r>
              <a:rPr lang="en" sz="1100" u="sng">
                <a:solidFill>
                  <a:schemeClr val="hlink"/>
                </a:solidFill>
                <a:hlinkClick r:id="rId4"/>
              </a:rPr>
              <a:t>TechTarget for HR Professionals</a:t>
            </a:r>
            <a:r>
              <a:rPr lang="en" sz="1100"/>
              <a:t>)</a:t>
            </a:r>
            <a:endParaRPr sz="1100"/>
          </a:p>
          <a:p>
            <a:pPr indent="0" lvl="0" marL="0" rtl="0" algn="l">
              <a:spcBef>
                <a:spcPts val="1200"/>
              </a:spcBef>
              <a:spcAft>
                <a:spcPts val="0"/>
              </a:spcAft>
              <a:buNone/>
            </a:pPr>
            <a:r>
              <a:rPr b="1" lang="en" sz="1100"/>
              <a:t>Did you know?</a:t>
            </a:r>
            <a:endParaRPr b="1" sz="1100"/>
          </a:p>
          <a:p>
            <a:pPr indent="0" lvl="0" marL="0" marR="0" rtl="0" algn="l">
              <a:lnSpc>
                <a:spcPct val="115000"/>
              </a:lnSpc>
              <a:spcBef>
                <a:spcPts val="1200"/>
              </a:spcBef>
              <a:spcAft>
                <a:spcPts val="0"/>
              </a:spcAft>
              <a:buNone/>
            </a:pPr>
            <a:r>
              <a:rPr lang="en" sz="1100"/>
              <a:t>“On average, racialized women make 59.3% of a white man’s earnings”</a:t>
            </a:r>
            <a:endParaRPr sz="1100"/>
          </a:p>
          <a:p>
            <a:pPr indent="0" lvl="0" marL="0" marR="0" rtl="0" algn="l">
              <a:lnSpc>
                <a:spcPct val="115000"/>
              </a:lnSpc>
              <a:spcBef>
                <a:spcPts val="1200"/>
              </a:spcBef>
              <a:spcAft>
                <a:spcPts val="0"/>
              </a:spcAft>
              <a:buNone/>
            </a:pPr>
            <a:r>
              <a:rPr lang="en" sz="1100"/>
              <a:t>Only 16% of women and gender diverse people with a physical disability report being fairly paid compared to their peers”</a:t>
            </a:r>
            <a:r>
              <a:rPr b="1" lang="en" sz="1100">
                <a:solidFill>
                  <a:srgbClr val="000000"/>
                </a:solidFill>
                <a:latin typeface="Helvetica Neue"/>
                <a:ea typeface="Helvetica Neue"/>
                <a:cs typeface="Helvetica Neue"/>
                <a:sym typeface="Helvetica Neue"/>
              </a:rPr>
              <a:t> </a:t>
            </a:r>
            <a:r>
              <a:rPr lang="en" sz="1100"/>
              <a:t>(</a:t>
            </a:r>
            <a:r>
              <a:rPr lang="en" sz="1100" u="sng">
                <a:solidFill>
                  <a:schemeClr val="hlink"/>
                </a:solidFill>
                <a:hlinkClick r:id="rId5"/>
              </a:rPr>
              <a:t>Canadian Women’s Foundation</a:t>
            </a:r>
            <a:r>
              <a:rPr lang="en" sz="1100"/>
              <a:t>)</a:t>
            </a:r>
            <a:endParaRPr sz="1100"/>
          </a:p>
          <a:p>
            <a:pPr indent="0" lvl="0" marL="0" marR="292100" rtl="0" algn="l">
              <a:spcBef>
                <a:spcPts val="1200"/>
              </a:spcBef>
              <a:spcAft>
                <a:spcPts val="0"/>
              </a:spcAft>
              <a:buNone/>
            </a:pPr>
            <a:r>
              <a:rPr b="1" lang="en" sz="1100">
                <a:solidFill>
                  <a:schemeClr val="accent1"/>
                </a:solidFill>
              </a:rPr>
              <a:t>See  Modern Technological Innovations</a:t>
            </a:r>
            <a:endParaRPr b="1" sz="1100"/>
          </a:p>
          <a:p>
            <a:pPr indent="-298450" lvl="0" marL="457200" rtl="0" algn="l">
              <a:spcBef>
                <a:spcPts val="600"/>
              </a:spcBef>
              <a:spcAft>
                <a:spcPts val="0"/>
              </a:spcAft>
              <a:buSzPts val="1100"/>
              <a:buChar char="●"/>
            </a:pPr>
            <a:r>
              <a:rPr lang="en" sz="1100" u="sng">
                <a:solidFill>
                  <a:schemeClr val="hlink"/>
                </a:solidFill>
                <a:hlinkClick r:id="rId6"/>
              </a:rPr>
              <a:t>The Pandemic and the Gender Pay Gap in 2022</a:t>
            </a:r>
            <a:endParaRPr sz="1100"/>
          </a:p>
          <a:p>
            <a:pPr indent="-298450" lvl="0" marL="457200" rtl="0" algn="l">
              <a:spcBef>
                <a:spcPts val="0"/>
              </a:spcBef>
              <a:spcAft>
                <a:spcPts val="0"/>
              </a:spcAft>
              <a:buSzPts val="1100"/>
              <a:buChar char="●"/>
            </a:pPr>
            <a:r>
              <a:rPr lang="en" sz="1100" u="sng">
                <a:solidFill>
                  <a:schemeClr val="hlink"/>
                </a:solidFill>
                <a:hlinkClick r:id="rId7"/>
              </a:rPr>
              <a:t>Pay Transparency is Critical to DEI Initiatives</a:t>
            </a:r>
            <a:endParaRPr sz="1100"/>
          </a:p>
          <a:p>
            <a:pPr indent="0" lvl="0" marL="0" rtl="0" algn="l">
              <a:spcBef>
                <a:spcPts val="1200"/>
              </a:spcBef>
              <a:spcAft>
                <a:spcPts val="1200"/>
              </a:spcAft>
              <a:buNone/>
            </a:pPr>
            <a:r>
              <a:t/>
            </a:r>
            <a:endParaRPr sz="1100"/>
          </a:p>
        </p:txBody>
      </p:sp>
      <p:sp>
        <p:nvSpPr>
          <p:cNvPr id="284" name="Google Shape;284;p37"/>
          <p:cNvSpPr txBox="1"/>
          <p:nvPr>
            <p:ph idx="12" type="sldNum"/>
          </p:nvPr>
        </p:nvSpPr>
        <p:spPr>
          <a:xfrm>
            <a:off x="8212801" y="4650600"/>
            <a:ext cx="474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85" name="Google Shape;285;p37"/>
          <p:cNvSpPr txBox="1"/>
          <p:nvPr/>
        </p:nvSpPr>
        <p:spPr>
          <a:xfrm>
            <a:off x="3662100" y="9150"/>
            <a:ext cx="4466700" cy="4389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1200"/>
              </a:spcAft>
              <a:buNone/>
            </a:pPr>
            <a:r>
              <a:rPr lang="en" sz="1200">
                <a:solidFill>
                  <a:srgbClr val="C4C4C4"/>
                </a:solidFill>
                <a:latin typeface="Poppins"/>
                <a:ea typeface="Poppins"/>
                <a:cs typeface="Poppins"/>
                <a:sym typeface="Poppins"/>
              </a:rPr>
              <a:t>Economic Empowerment</a:t>
            </a:r>
            <a:r>
              <a:rPr lang="en" sz="1200">
                <a:solidFill>
                  <a:srgbClr val="C4C4C4"/>
                </a:solidFill>
                <a:latin typeface="Poppins"/>
                <a:ea typeface="Poppins"/>
                <a:cs typeface="Poppins"/>
                <a:sym typeface="Poppins"/>
              </a:rPr>
              <a:t>: DEI &amp; Wage Gap</a:t>
            </a:r>
            <a:endParaRPr sz="1200">
              <a:solidFill>
                <a:srgbClr val="C4C4C4"/>
              </a:solidFill>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8"/>
          <p:cNvSpPr txBox="1"/>
          <p:nvPr>
            <p:ph type="title"/>
          </p:nvPr>
        </p:nvSpPr>
        <p:spPr>
          <a:xfrm>
            <a:off x="457200" y="1924225"/>
            <a:ext cx="2394900" cy="1482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
                <a:latin typeface="Poppins"/>
                <a:ea typeface="Poppins"/>
                <a:cs typeface="Poppins"/>
                <a:sym typeface="Poppins"/>
              </a:rPr>
              <a:t>Universal Coverage</a:t>
            </a:r>
            <a:endParaRPr b="1">
              <a:latin typeface="Poppins"/>
              <a:ea typeface="Poppins"/>
              <a:cs typeface="Poppins"/>
              <a:sym typeface="Poppins"/>
            </a:endParaRPr>
          </a:p>
          <a:p>
            <a:pPr indent="0" lvl="0" marL="0" rtl="0" algn="l">
              <a:spcBef>
                <a:spcPts val="0"/>
              </a:spcBef>
              <a:spcAft>
                <a:spcPts val="0"/>
              </a:spcAft>
              <a:buNone/>
            </a:pPr>
            <a:r>
              <a:t/>
            </a:r>
            <a:endParaRPr b="1">
              <a:latin typeface="Poppins"/>
              <a:ea typeface="Poppins"/>
              <a:cs typeface="Poppins"/>
              <a:sym typeface="Poppins"/>
            </a:endParaRPr>
          </a:p>
        </p:txBody>
      </p:sp>
      <p:sp>
        <p:nvSpPr>
          <p:cNvPr id="291" name="Google Shape;291;p38"/>
          <p:cNvSpPr txBox="1"/>
          <p:nvPr>
            <p:ph idx="1" type="body"/>
          </p:nvPr>
        </p:nvSpPr>
        <p:spPr>
          <a:xfrm>
            <a:off x="3674675" y="445025"/>
            <a:ext cx="5012400" cy="457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i="1" lang="en" sz="1100"/>
              <a:t>“The truth is, in order to get things like universal health care and a revamped education system, then someone is going to have to give up a piece of their pie so that someone else can have more.” </a:t>
            </a:r>
            <a:r>
              <a:rPr lang="en" sz="1100"/>
              <a:t>– Michelle Obama, Former First Lady of the United States</a:t>
            </a:r>
            <a:endParaRPr sz="1100"/>
          </a:p>
          <a:p>
            <a:pPr indent="0" lvl="0" marL="0" rtl="0" algn="l">
              <a:spcBef>
                <a:spcPts val="1200"/>
              </a:spcBef>
              <a:spcAft>
                <a:spcPts val="0"/>
              </a:spcAft>
              <a:buNone/>
            </a:pPr>
            <a:r>
              <a:rPr b="1" lang="en" sz="1100"/>
              <a:t>Universal Coverage</a:t>
            </a:r>
            <a:r>
              <a:rPr b="1" lang="en" sz="1100"/>
              <a:t>:</a:t>
            </a:r>
            <a:r>
              <a:rPr i="1" lang="en" sz="1100"/>
              <a:t> </a:t>
            </a:r>
            <a:r>
              <a:rPr lang="en" sz="1100"/>
              <a:t>Universal health coverage means that all people have access to the full range of quality health services they need, when and where they need them, without financial hardship</a:t>
            </a:r>
            <a:r>
              <a:rPr lang="en" sz="1100">
                <a:solidFill>
                  <a:srgbClr val="3C4245"/>
                </a:solidFill>
                <a:latin typeface="Arial"/>
                <a:ea typeface="Arial"/>
                <a:cs typeface="Arial"/>
                <a:sym typeface="Arial"/>
              </a:rPr>
              <a:t>. </a:t>
            </a:r>
            <a:r>
              <a:rPr lang="en" sz="1100"/>
              <a:t>(</a:t>
            </a:r>
            <a:r>
              <a:rPr lang="en" sz="1100" u="sng">
                <a:solidFill>
                  <a:schemeClr val="hlink"/>
                </a:solidFill>
                <a:hlinkClick r:id="rId3"/>
              </a:rPr>
              <a:t>World Health Organization</a:t>
            </a:r>
            <a:r>
              <a:rPr lang="en" sz="1100"/>
              <a:t>)</a:t>
            </a:r>
            <a:endParaRPr sz="1100"/>
          </a:p>
          <a:p>
            <a:pPr indent="0" lvl="0" marL="0" rtl="0" algn="l">
              <a:spcBef>
                <a:spcPts val="1200"/>
              </a:spcBef>
              <a:spcAft>
                <a:spcPts val="0"/>
              </a:spcAft>
              <a:buNone/>
            </a:pPr>
            <a:r>
              <a:rPr b="1" lang="en" sz="1100"/>
              <a:t>Did you know?</a:t>
            </a:r>
            <a:endParaRPr b="1" sz="1100"/>
          </a:p>
          <a:p>
            <a:pPr indent="0" lvl="0" marL="0" rtl="0" algn="l">
              <a:spcBef>
                <a:spcPts val="1200"/>
              </a:spcBef>
              <a:spcAft>
                <a:spcPts val="0"/>
              </a:spcAft>
              <a:buNone/>
            </a:pPr>
            <a:r>
              <a:rPr lang="en" sz="1100"/>
              <a:t>“</a:t>
            </a:r>
            <a:r>
              <a:rPr lang="en" sz="1100"/>
              <a:t>The UHC service coverage index (SDG indicator 3.8. 1) increased from 45 in 2000 to 67 in 2019, but 30% of the world's population still cannot access essential health services. Moreover, a</a:t>
            </a:r>
            <a:r>
              <a:rPr lang="en" sz="1100"/>
              <a:t>lmost 2 billion people are facing catastrophic or impoverishing health spending (SDG indicato</a:t>
            </a:r>
            <a:r>
              <a:rPr lang="en" sz="1100"/>
              <a:t>r 3.8</a:t>
            </a:r>
            <a:r>
              <a:rPr lang="en" sz="1100">
                <a:solidFill>
                  <a:srgbClr val="202124"/>
                </a:solidFill>
                <a:highlight>
                  <a:srgbClr val="FFFFFF"/>
                </a:highlight>
                <a:latin typeface="Arial"/>
                <a:ea typeface="Arial"/>
                <a:cs typeface="Arial"/>
                <a:sym typeface="Arial"/>
              </a:rPr>
              <a:t>.</a:t>
            </a:r>
            <a:r>
              <a:rPr lang="en" sz="1100"/>
              <a:t>”(</a:t>
            </a:r>
            <a:r>
              <a:rPr lang="en" sz="1100" u="sng">
                <a:solidFill>
                  <a:schemeClr val="hlink"/>
                </a:solidFill>
                <a:hlinkClick r:id="rId4"/>
              </a:rPr>
              <a:t>World Health Organization</a:t>
            </a:r>
            <a:r>
              <a:rPr lang="en" sz="1100"/>
              <a:t>)</a:t>
            </a:r>
            <a:endParaRPr sz="1100"/>
          </a:p>
          <a:p>
            <a:pPr indent="0" lvl="0" marL="0" marR="292100" rtl="0" algn="l">
              <a:spcBef>
                <a:spcPts val="1200"/>
              </a:spcBef>
              <a:spcAft>
                <a:spcPts val="0"/>
              </a:spcAft>
              <a:buNone/>
            </a:pPr>
            <a:r>
              <a:rPr b="1" lang="en" sz="1100">
                <a:solidFill>
                  <a:schemeClr val="accent1"/>
                </a:solidFill>
              </a:rPr>
              <a:t>See  Modern Technological Innovations</a:t>
            </a:r>
            <a:endParaRPr b="1" sz="1100"/>
          </a:p>
          <a:p>
            <a:pPr indent="-298450" lvl="0" marL="457200" rtl="0" algn="l">
              <a:spcBef>
                <a:spcPts val="600"/>
              </a:spcBef>
              <a:spcAft>
                <a:spcPts val="0"/>
              </a:spcAft>
              <a:buSzPts val="1100"/>
              <a:buChar char="●"/>
            </a:pPr>
            <a:r>
              <a:rPr lang="en" sz="1100" u="sng">
                <a:solidFill>
                  <a:schemeClr val="hlink"/>
                </a:solidFill>
                <a:hlinkClick r:id="rId5"/>
              </a:rPr>
              <a:t>Healthy life expectancy in Africa grows by nearly 10 years</a:t>
            </a:r>
            <a:endParaRPr sz="1100"/>
          </a:p>
          <a:p>
            <a:pPr indent="-298450" lvl="0" marL="457200" rtl="0" algn="l">
              <a:spcBef>
                <a:spcPts val="0"/>
              </a:spcBef>
              <a:spcAft>
                <a:spcPts val="0"/>
              </a:spcAft>
              <a:buSzPts val="1100"/>
              <a:buChar char="●"/>
            </a:pPr>
            <a:r>
              <a:rPr lang="en" sz="1100" u="sng">
                <a:solidFill>
                  <a:schemeClr val="hlink"/>
                </a:solidFill>
                <a:hlinkClick r:id="rId6"/>
              </a:rPr>
              <a:t>WHO calls for action to provide migrant and refugee healthcare</a:t>
            </a:r>
            <a:endParaRPr sz="1100"/>
          </a:p>
          <a:p>
            <a:pPr indent="0" lvl="0" marL="0" rtl="0" algn="l">
              <a:spcBef>
                <a:spcPts val="1200"/>
              </a:spcBef>
              <a:spcAft>
                <a:spcPts val="1200"/>
              </a:spcAft>
              <a:buNone/>
            </a:pPr>
            <a:r>
              <a:t/>
            </a:r>
            <a:endParaRPr sz="1100"/>
          </a:p>
        </p:txBody>
      </p:sp>
      <p:sp>
        <p:nvSpPr>
          <p:cNvPr id="292" name="Google Shape;292;p38"/>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93" name="Google Shape;293;p38"/>
          <p:cNvSpPr txBox="1"/>
          <p:nvPr/>
        </p:nvSpPr>
        <p:spPr>
          <a:xfrm>
            <a:off x="3662100" y="9150"/>
            <a:ext cx="4466700" cy="4389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1200"/>
              </a:spcAft>
              <a:buNone/>
            </a:pPr>
            <a:r>
              <a:rPr lang="en" sz="1200">
                <a:solidFill>
                  <a:srgbClr val="C4C4C4"/>
                </a:solidFill>
                <a:latin typeface="Poppins"/>
                <a:ea typeface="Poppins"/>
                <a:cs typeface="Poppins"/>
                <a:sym typeface="Poppins"/>
              </a:rPr>
              <a:t>Economic Empowerment: Universal Coverage </a:t>
            </a:r>
            <a:endParaRPr sz="1200">
              <a:solidFill>
                <a:srgbClr val="C4C4C4"/>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9"/>
          <p:cNvSpPr txBox="1"/>
          <p:nvPr>
            <p:ph type="title"/>
          </p:nvPr>
        </p:nvSpPr>
        <p:spPr>
          <a:xfrm>
            <a:off x="457200" y="1741750"/>
            <a:ext cx="2394900" cy="1482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
                <a:latin typeface="Poppins"/>
                <a:ea typeface="Poppins"/>
                <a:cs typeface="Poppins"/>
                <a:sym typeface="Poppins"/>
              </a:rPr>
              <a:t>Quality Basic Education</a:t>
            </a:r>
            <a:endParaRPr b="1">
              <a:latin typeface="Poppins"/>
              <a:ea typeface="Poppins"/>
              <a:cs typeface="Poppins"/>
              <a:sym typeface="Poppins"/>
            </a:endParaRPr>
          </a:p>
        </p:txBody>
      </p:sp>
      <p:sp>
        <p:nvSpPr>
          <p:cNvPr id="299" name="Google Shape;299;p39"/>
          <p:cNvSpPr txBox="1"/>
          <p:nvPr>
            <p:ph idx="1" type="body"/>
          </p:nvPr>
        </p:nvSpPr>
        <p:spPr>
          <a:xfrm>
            <a:off x="3674700" y="445025"/>
            <a:ext cx="5012100" cy="457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i="1" lang="en" sz="1100"/>
              <a:t>“Education is the most powerful weapon which you can use to change the world.” </a:t>
            </a:r>
            <a:r>
              <a:rPr lang="en" sz="1100"/>
              <a:t>– Nelson Mandela, First President of South Africa</a:t>
            </a:r>
            <a:endParaRPr sz="1100"/>
          </a:p>
          <a:p>
            <a:pPr indent="0" lvl="0" marL="0" rtl="0" algn="l">
              <a:spcBef>
                <a:spcPts val="1200"/>
              </a:spcBef>
              <a:spcAft>
                <a:spcPts val="0"/>
              </a:spcAft>
              <a:buNone/>
            </a:pPr>
            <a:r>
              <a:rPr b="1" lang="en" sz="1100"/>
              <a:t>Quality Basic education</a:t>
            </a:r>
            <a:r>
              <a:rPr b="1" lang="en" sz="1100"/>
              <a:t>:</a:t>
            </a:r>
            <a:r>
              <a:rPr i="1" lang="en" sz="1100"/>
              <a:t> </a:t>
            </a:r>
            <a:r>
              <a:rPr lang="en" sz="1100"/>
              <a:t>Quality basic education refers to formal, non-formal, and informal public and private activities intended to meet the basic learning needs of people of all ages. It includes instruction at the first or foundation level, on which subsequent learning can be based, encompassing early childhood and primary (or elementary) education for children, as well as education in literacy, general knowledge, and life skills for youth and adults. </a:t>
            </a:r>
            <a:r>
              <a:rPr lang="en" sz="1100"/>
              <a:t>(</a:t>
            </a:r>
            <a:r>
              <a:rPr lang="en" sz="1100" u="sng">
                <a:solidFill>
                  <a:schemeClr val="hlink"/>
                </a:solidFill>
                <a:hlinkClick r:id="rId3"/>
              </a:rPr>
              <a:t>Inter-agency Network for Education in Emergencies</a:t>
            </a:r>
            <a:r>
              <a:rPr lang="en" sz="1100"/>
              <a:t> </a:t>
            </a:r>
            <a:r>
              <a:rPr lang="en" sz="1100"/>
              <a:t>)</a:t>
            </a:r>
            <a:endParaRPr sz="1100"/>
          </a:p>
          <a:p>
            <a:pPr indent="0" lvl="0" marL="0" rtl="0" algn="l">
              <a:spcBef>
                <a:spcPts val="1200"/>
              </a:spcBef>
              <a:spcAft>
                <a:spcPts val="0"/>
              </a:spcAft>
              <a:buNone/>
            </a:pPr>
            <a:r>
              <a:rPr b="1" lang="en" sz="1100"/>
              <a:t>Did you know?</a:t>
            </a:r>
            <a:endParaRPr b="1" sz="1100"/>
          </a:p>
          <a:p>
            <a:pPr indent="0" lvl="0" marL="0" rtl="0" algn="l">
              <a:spcBef>
                <a:spcPts val="1200"/>
              </a:spcBef>
              <a:spcAft>
                <a:spcPts val="0"/>
              </a:spcAft>
              <a:buNone/>
            </a:pPr>
            <a:r>
              <a:rPr lang="en" sz="1100"/>
              <a:t>“Around 90 percent of the world's population had completed a primary education in 2020, whereas only 66 percent had attained a secondary education.” </a:t>
            </a:r>
            <a:r>
              <a:rPr lang="en" sz="1100"/>
              <a:t>(</a:t>
            </a:r>
            <a:r>
              <a:rPr lang="en" sz="1100" u="sng">
                <a:solidFill>
                  <a:schemeClr val="hlink"/>
                </a:solidFill>
                <a:hlinkClick r:id="rId4"/>
              </a:rPr>
              <a:t>Statista</a:t>
            </a:r>
            <a:r>
              <a:rPr lang="en" sz="1100"/>
              <a:t>)</a:t>
            </a:r>
            <a:endParaRPr sz="1100"/>
          </a:p>
          <a:p>
            <a:pPr indent="0" lvl="0" marL="0" marR="292100" rtl="0" algn="l">
              <a:spcBef>
                <a:spcPts val="1200"/>
              </a:spcBef>
              <a:spcAft>
                <a:spcPts val="0"/>
              </a:spcAft>
              <a:buNone/>
            </a:pPr>
            <a:r>
              <a:rPr b="1" lang="en" sz="1100">
                <a:solidFill>
                  <a:schemeClr val="accent1"/>
                </a:solidFill>
              </a:rPr>
              <a:t>See  Modern Technological Innovations</a:t>
            </a:r>
            <a:endParaRPr b="1" sz="1100"/>
          </a:p>
          <a:p>
            <a:pPr indent="-298450" lvl="0" marL="457200" rtl="0" algn="l">
              <a:spcBef>
                <a:spcPts val="600"/>
              </a:spcBef>
              <a:spcAft>
                <a:spcPts val="0"/>
              </a:spcAft>
              <a:buSzPts val="1100"/>
              <a:buChar char="●"/>
            </a:pPr>
            <a:r>
              <a:rPr lang="en" sz="1100" u="sng">
                <a:solidFill>
                  <a:schemeClr val="hlink"/>
                </a:solidFill>
              </a:rPr>
              <a:t>Access to Education - </a:t>
            </a:r>
            <a:r>
              <a:rPr lang="en" sz="1100" u="sng">
                <a:solidFill>
                  <a:schemeClr val="hlink"/>
                </a:solidFill>
                <a:hlinkClick r:id="rId5"/>
              </a:rPr>
              <a:t>Almost 50 million of Children of Primary School Age are not in School</a:t>
            </a:r>
            <a:r>
              <a:rPr lang="en" sz="1100"/>
              <a:t>  </a:t>
            </a:r>
            <a:endParaRPr sz="1100"/>
          </a:p>
          <a:p>
            <a:pPr indent="0" lvl="0" marL="0" rtl="0" algn="l">
              <a:spcBef>
                <a:spcPts val="1200"/>
              </a:spcBef>
              <a:spcAft>
                <a:spcPts val="1200"/>
              </a:spcAft>
              <a:buNone/>
            </a:pPr>
            <a:r>
              <a:t/>
            </a:r>
            <a:endParaRPr sz="1100"/>
          </a:p>
        </p:txBody>
      </p:sp>
      <p:sp>
        <p:nvSpPr>
          <p:cNvPr id="300" name="Google Shape;300;p39"/>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01" name="Google Shape;301;p39"/>
          <p:cNvSpPr txBox="1"/>
          <p:nvPr/>
        </p:nvSpPr>
        <p:spPr>
          <a:xfrm>
            <a:off x="3662100" y="9150"/>
            <a:ext cx="4466700" cy="4389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1200"/>
              </a:spcAft>
              <a:buNone/>
            </a:pPr>
            <a:r>
              <a:rPr lang="en" sz="1200">
                <a:solidFill>
                  <a:srgbClr val="C4C4C4"/>
                </a:solidFill>
                <a:latin typeface="Poppins"/>
                <a:ea typeface="Poppins"/>
                <a:cs typeface="Poppins"/>
                <a:sym typeface="Poppins"/>
              </a:rPr>
              <a:t>Economic Empowerment: Quality Basic Education </a:t>
            </a:r>
            <a:endParaRPr sz="1200">
              <a:solidFill>
                <a:srgbClr val="C4C4C4"/>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0"/>
          <p:cNvSpPr txBox="1"/>
          <p:nvPr>
            <p:ph type="title"/>
          </p:nvPr>
        </p:nvSpPr>
        <p:spPr>
          <a:xfrm>
            <a:off x="457200" y="1555250"/>
            <a:ext cx="2394900" cy="1482300"/>
          </a:xfrm>
          <a:prstGeom prst="rect">
            <a:avLst/>
          </a:prstGeom>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
                <a:latin typeface="Poppins"/>
                <a:ea typeface="Poppins"/>
                <a:cs typeface="Poppins"/>
                <a:sym typeface="Poppins"/>
              </a:rPr>
              <a:t>International Investment Dynamics</a:t>
            </a:r>
            <a:endParaRPr b="1">
              <a:latin typeface="Poppins"/>
              <a:ea typeface="Poppins"/>
              <a:cs typeface="Poppins"/>
              <a:sym typeface="Poppins"/>
            </a:endParaRPr>
          </a:p>
        </p:txBody>
      </p:sp>
      <p:sp>
        <p:nvSpPr>
          <p:cNvPr id="307" name="Google Shape;307;p40"/>
          <p:cNvSpPr txBox="1"/>
          <p:nvPr>
            <p:ph idx="1" type="body"/>
          </p:nvPr>
        </p:nvSpPr>
        <p:spPr>
          <a:xfrm>
            <a:off x="3665800" y="445025"/>
            <a:ext cx="5021100" cy="457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i="1" lang="en" sz="1100"/>
              <a:t>“</a:t>
            </a:r>
            <a:r>
              <a:rPr i="1" lang="en" sz="1100"/>
              <a:t>International investment is so important because it makes economic globalisation and the growth and jobs it brings possible. Investment provides the finance needed to build value chains that stretch across the planet. It facilitates the trade that allows goods and services to be moved to where they are needed.</a:t>
            </a:r>
            <a:r>
              <a:rPr i="1" lang="en" sz="1100"/>
              <a:t>” </a:t>
            </a:r>
            <a:r>
              <a:rPr lang="en" sz="1100"/>
              <a:t>- Ana Novik, Head of OECD Investment </a:t>
            </a:r>
            <a:endParaRPr sz="1100"/>
          </a:p>
          <a:p>
            <a:pPr indent="0" lvl="0" marL="0" rtl="0" algn="l">
              <a:spcBef>
                <a:spcPts val="1200"/>
              </a:spcBef>
              <a:spcAft>
                <a:spcPts val="0"/>
              </a:spcAft>
              <a:buNone/>
            </a:pPr>
            <a:r>
              <a:rPr b="1" lang="en" sz="1100"/>
              <a:t>International Investment:</a:t>
            </a:r>
            <a:r>
              <a:rPr lang="en" sz="1100"/>
              <a:t> International investing is an investment strategy that involves selecting global investment instruments as part of an investment portfolio. </a:t>
            </a:r>
            <a:r>
              <a:rPr lang="en" sz="1100"/>
              <a:t>(</a:t>
            </a:r>
            <a:r>
              <a:rPr lang="en" sz="1100" u="sng">
                <a:solidFill>
                  <a:schemeClr val="hlink"/>
                </a:solidFill>
                <a:hlinkClick r:id="rId3"/>
              </a:rPr>
              <a:t>BlackRock</a:t>
            </a:r>
            <a:r>
              <a:rPr lang="en" sz="1100"/>
              <a:t>)</a:t>
            </a:r>
            <a:endParaRPr sz="1100"/>
          </a:p>
          <a:p>
            <a:pPr indent="0" lvl="0" marL="0" rtl="0" algn="l">
              <a:spcBef>
                <a:spcPts val="1200"/>
              </a:spcBef>
              <a:spcAft>
                <a:spcPts val="0"/>
              </a:spcAft>
              <a:buNone/>
            </a:pPr>
            <a:r>
              <a:rPr b="1" lang="en" sz="1100"/>
              <a:t>Did you know?</a:t>
            </a:r>
            <a:endParaRPr b="1" sz="1100"/>
          </a:p>
          <a:p>
            <a:pPr indent="0" lvl="0" marL="0" rtl="0" algn="l">
              <a:spcBef>
                <a:spcPts val="1200"/>
              </a:spcBef>
              <a:spcAft>
                <a:spcPts val="0"/>
              </a:spcAft>
              <a:buNone/>
            </a:pPr>
            <a:r>
              <a:rPr lang="en" sz="1100"/>
              <a:t>“</a:t>
            </a:r>
            <a:r>
              <a:rPr lang="en" sz="1100"/>
              <a:t>The United States recorded the largest increase of inward foreign direct investment of all economies in 2021. The latest release of the IMF’s </a:t>
            </a:r>
            <a:r>
              <a:rPr lang="en" sz="1100">
                <a:uFill>
                  <a:noFill/>
                </a:uFill>
                <a:hlinkClick r:id="rId4"/>
              </a:rPr>
              <a:t>Coordinated Direct Investment Survey </a:t>
            </a:r>
            <a:r>
              <a:rPr lang="en" sz="1100"/>
              <a:t>shows the US position increasing by $506 billion, or 11.3 percent, last year.</a:t>
            </a:r>
            <a:r>
              <a:rPr lang="en" sz="1100"/>
              <a:t>”(</a:t>
            </a:r>
            <a:r>
              <a:rPr lang="en" sz="1100" u="sng">
                <a:solidFill>
                  <a:schemeClr val="hlink"/>
                </a:solidFill>
                <a:hlinkClick r:id="rId5"/>
              </a:rPr>
              <a:t>IMF Blog</a:t>
            </a:r>
            <a:r>
              <a:rPr lang="en" sz="1100"/>
              <a:t>)</a:t>
            </a:r>
            <a:endParaRPr sz="1100"/>
          </a:p>
          <a:p>
            <a:pPr indent="0" lvl="0" marL="0" marR="292100" rtl="0" algn="l">
              <a:spcBef>
                <a:spcPts val="1200"/>
              </a:spcBef>
              <a:spcAft>
                <a:spcPts val="0"/>
              </a:spcAft>
              <a:buNone/>
            </a:pPr>
            <a:r>
              <a:rPr b="1" lang="en" sz="1100">
                <a:solidFill>
                  <a:schemeClr val="accent1"/>
                </a:solidFill>
              </a:rPr>
              <a:t>See  Modern Technological Innovations</a:t>
            </a:r>
            <a:endParaRPr b="1" sz="1100"/>
          </a:p>
          <a:p>
            <a:pPr indent="-298450" lvl="0" marL="457200" rtl="0" algn="l">
              <a:spcBef>
                <a:spcPts val="600"/>
              </a:spcBef>
              <a:spcAft>
                <a:spcPts val="0"/>
              </a:spcAft>
              <a:buSzPts val="1100"/>
              <a:buChar char="●"/>
            </a:pPr>
            <a:r>
              <a:rPr lang="en" sz="1100" u="sng">
                <a:solidFill>
                  <a:schemeClr val="hlink"/>
                </a:solidFill>
                <a:hlinkClick r:id="rId6"/>
              </a:rPr>
              <a:t>Trends and Benefits of Foreign Investments</a:t>
            </a:r>
            <a:endParaRPr sz="1100"/>
          </a:p>
          <a:p>
            <a:pPr indent="-298450" lvl="0" marL="457200" rtl="0" algn="l">
              <a:spcBef>
                <a:spcPts val="0"/>
              </a:spcBef>
              <a:spcAft>
                <a:spcPts val="0"/>
              </a:spcAft>
              <a:buSzPts val="1100"/>
              <a:buChar char="●"/>
            </a:pPr>
            <a:r>
              <a:rPr lang="en" sz="1100" u="sng">
                <a:solidFill>
                  <a:schemeClr val="hlink"/>
                </a:solidFill>
                <a:hlinkClick r:id="rId7"/>
              </a:rPr>
              <a:t>How International Investment Is Shaping the Global Community</a:t>
            </a:r>
            <a:endParaRPr sz="1100"/>
          </a:p>
          <a:p>
            <a:pPr indent="0" lvl="0" marL="0" rtl="0" algn="l">
              <a:spcBef>
                <a:spcPts val="1200"/>
              </a:spcBef>
              <a:spcAft>
                <a:spcPts val="1200"/>
              </a:spcAft>
              <a:buNone/>
            </a:pPr>
            <a:r>
              <a:t/>
            </a:r>
            <a:endParaRPr sz="1100"/>
          </a:p>
        </p:txBody>
      </p:sp>
      <p:sp>
        <p:nvSpPr>
          <p:cNvPr id="308" name="Google Shape;308;p40"/>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09" name="Google Shape;309;p40"/>
          <p:cNvSpPr txBox="1"/>
          <p:nvPr/>
        </p:nvSpPr>
        <p:spPr>
          <a:xfrm>
            <a:off x="3662100" y="9150"/>
            <a:ext cx="4883700" cy="4389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1200"/>
              </a:spcAft>
              <a:buNone/>
            </a:pPr>
            <a:r>
              <a:rPr lang="en" sz="1200">
                <a:solidFill>
                  <a:srgbClr val="C4C4C4"/>
                </a:solidFill>
                <a:latin typeface="Poppins"/>
                <a:ea typeface="Poppins"/>
                <a:cs typeface="Poppins"/>
                <a:sym typeface="Poppins"/>
              </a:rPr>
              <a:t>Economic Empowerment: </a:t>
            </a:r>
            <a:r>
              <a:rPr lang="en" sz="1200">
                <a:solidFill>
                  <a:srgbClr val="C4C4C4"/>
                </a:solidFill>
                <a:latin typeface="Poppins"/>
                <a:ea typeface="Poppins"/>
                <a:cs typeface="Poppins"/>
                <a:sym typeface="Poppins"/>
              </a:rPr>
              <a:t>International</a:t>
            </a:r>
            <a:r>
              <a:rPr lang="en" sz="1200">
                <a:solidFill>
                  <a:srgbClr val="C4C4C4"/>
                </a:solidFill>
                <a:latin typeface="Poppins"/>
                <a:ea typeface="Poppins"/>
                <a:cs typeface="Poppins"/>
                <a:sym typeface="Poppins"/>
              </a:rPr>
              <a:t> Investment Dynamic</a:t>
            </a:r>
            <a:endParaRPr sz="1200">
              <a:solidFill>
                <a:srgbClr val="C4C4C4"/>
              </a:solidFill>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1"/>
          <p:cNvSpPr txBox="1"/>
          <p:nvPr>
            <p:ph type="title"/>
          </p:nvPr>
        </p:nvSpPr>
        <p:spPr>
          <a:xfrm>
            <a:off x="457200" y="445025"/>
            <a:ext cx="8229600" cy="640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Examples from Previous Hack the Globe Winners</a:t>
            </a:r>
            <a:endParaRPr/>
          </a:p>
        </p:txBody>
      </p:sp>
      <p:sp>
        <p:nvSpPr>
          <p:cNvPr id="315" name="Google Shape;315;p41"/>
          <p:cNvSpPr txBox="1"/>
          <p:nvPr>
            <p:ph idx="1" type="body"/>
          </p:nvPr>
        </p:nvSpPr>
        <p:spPr>
          <a:xfrm>
            <a:off x="457200" y="1645524"/>
            <a:ext cx="3854400" cy="92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 marketplace connecting ethical investors with micro-entrepreneurs to reduce capital access barriers.</a:t>
            </a:r>
            <a:endParaRPr/>
          </a:p>
          <a:p>
            <a:pPr indent="0" lvl="0" marL="0" rtl="0" algn="l">
              <a:spcBef>
                <a:spcPts val="1200"/>
              </a:spcBef>
              <a:spcAft>
                <a:spcPts val="1200"/>
              </a:spcAft>
              <a:buNone/>
            </a:pPr>
            <a:r>
              <a:t/>
            </a:r>
            <a:endParaRPr/>
          </a:p>
        </p:txBody>
      </p:sp>
      <p:sp>
        <p:nvSpPr>
          <p:cNvPr id="316" name="Google Shape;316;p41"/>
          <p:cNvSpPr txBox="1"/>
          <p:nvPr>
            <p:ph idx="2" type="body"/>
          </p:nvPr>
        </p:nvSpPr>
        <p:spPr>
          <a:xfrm>
            <a:off x="4832400" y="1645922"/>
            <a:ext cx="3854400" cy="92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An AI-powered education platform supporting students with learning disabilities.</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317" name="Google Shape;317;p41"/>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18" name="Google Shape;318;p41"/>
          <p:cNvSpPr txBox="1"/>
          <p:nvPr>
            <p:ph idx="3" type="subTitle"/>
          </p:nvPr>
        </p:nvSpPr>
        <p:spPr>
          <a:xfrm>
            <a:off x="454700" y="0"/>
            <a:ext cx="4466700" cy="438900"/>
          </a:xfrm>
          <a:prstGeom prst="rect">
            <a:avLst/>
          </a:prstGeom>
        </p:spPr>
        <p:txBody>
          <a:bodyPr anchorCtr="0" anchor="ctr" bIns="0" lIns="0" spcFirstLastPara="1" rIns="0" wrap="square" tIns="0">
            <a:noAutofit/>
          </a:bodyPr>
          <a:lstStyle/>
          <a:p>
            <a:pPr indent="0" lvl="0" marL="0" rtl="0" algn="l">
              <a:spcBef>
                <a:spcPts val="0"/>
              </a:spcBef>
              <a:spcAft>
                <a:spcPts val="1200"/>
              </a:spcAft>
              <a:buNone/>
            </a:pPr>
            <a:r>
              <a:rPr lang="en" u="sng">
                <a:solidFill>
                  <a:schemeClr val="hlink"/>
                </a:solidFill>
                <a:hlinkClick r:id="rId3"/>
              </a:rPr>
              <a:t>https://globalspark.world/hacktheglobe</a:t>
            </a:r>
            <a:r>
              <a:rPr lang="en"/>
              <a:t> </a:t>
            </a:r>
            <a:endParaRPr/>
          </a:p>
        </p:txBody>
      </p:sp>
      <p:sp>
        <p:nvSpPr>
          <p:cNvPr id="319" name="Google Shape;319;p41"/>
          <p:cNvSpPr txBox="1"/>
          <p:nvPr>
            <p:ph idx="4" type="subTitle"/>
          </p:nvPr>
        </p:nvSpPr>
        <p:spPr>
          <a:xfrm>
            <a:off x="457200" y="1228413"/>
            <a:ext cx="3858900" cy="273900"/>
          </a:xfrm>
          <a:prstGeom prst="rect">
            <a:avLst/>
          </a:prstGeom>
        </p:spPr>
        <p:txBody>
          <a:bodyPr anchorCtr="0" anchor="ctr" bIns="0" lIns="0" spcFirstLastPara="1" rIns="0" wrap="square" tIns="0">
            <a:noAutofit/>
          </a:bodyPr>
          <a:lstStyle/>
          <a:p>
            <a:pPr indent="0" lvl="0" marL="0" rtl="0" algn="l">
              <a:spcBef>
                <a:spcPts val="0"/>
              </a:spcBef>
              <a:spcAft>
                <a:spcPts val="1200"/>
              </a:spcAft>
              <a:buNone/>
            </a:pPr>
            <a:r>
              <a:rPr lang="en"/>
              <a:t>Ethical Microloans (2025 – 3rd Place)</a:t>
            </a:r>
            <a:endParaRPr/>
          </a:p>
        </p:txBody>
      </p:sp>
      <p:sp>
        <p:nvSpPr>
          <p:cNvPr id="320" name="Google Shape;320;p41"/>
          <p:cNvSpPr txBox="1"/>
          <p:nvPr>
            <p:ph idx="5" type="subTitle"/>
          </p:nvPr>
        </p:nvSpPr>
        <p:spPr>
          <a:xfrm>
            <a:off x="4830150" y="1228613"/>
            <a:ext cx="3858900" cy="273900"/>
          </a:xfrm>
          <a:prstGeom prst="rect">
            <a:avLst/>
          </a:prstGeom>
        </p:spPr>
        <p:txBody>
          <a:bodyPr anchorCtr="0" anchor="ctr" bIns="0" lIns="0" spcFirstLastPara="1" rIns="0" wrap="square" tIns="0">
            <a:noAutofit/>
          </a:bodyPr>
          <a:lstStyle/>
          <a:p>
            <a:pPr indent="0" lvl="0" marL="0" rtl="0" algn="l">
              <a:spcBef>
                <a:spcPts val="0"/>
              </a:spcBef>
              <a:spcAft>
                <a:spcPts val="1200"/>
              </a:spcAft>
              <a:buNone/>
            </a:pPr>
            <a:r>
              <a:rPr lang="en"/>
              <a:t>AdaptEd (2023 – 2nd Place)</a:t>
            </a:r>
            <a:endParaRPr/>
          </a:p>
        </p:txBody>
      </p:sp>
      <p:pic>
        <p:nvPicPr>
          <p:cNvPr id="321" name="Google Shape;321;p41" title="mufid-majnun-MHcg_VUA46c-unsplash.jpg"/>
          <p:cNvPicPr preferRelativeResize="0"/>
          <p:nvPr/>
        </p:nvPicPr>
        <p:blipFill>
          <a:blip r:embed="rId4">
            <a:alphaModFix/>
          </a:blip>
          <a:stretch>
            <a:fillRect/>
          </a:stretch>
        </p:blipFill>
        <p:spPr>
          <a:xfrm>
            <a:off x="457200" y="2435549"/>
            <a:ext cx="3398410" cy="2267376"/>
          </a:xfrm>
          <a:prstGeom prst="rect">
            <a:avLst/>
          </a:prstGeom>
          <a:noFill/>
          <a:ln>
            <a:noFill/>
          </a:ln>
        </p:spPr>
      </p:pic>
      <p:pic>
        <p:nvPicPr>
          <p:cNvPr id="322" name="Google Shape;322;p41" title="robo-wunderkind-hLvQ4-QEBAE-unsplash.jpg"/>
          <p:cNvPicPr preferRelativeResize="0"/>
          <p:nvPr/>
        </p:nvPicPr>
        <p:blipFill>
          <a:blip r:embed="rId5">
            <a:alphaModFix/>
          </a:blip>
          <a:stretch>
            <a:fillRect/>
          </a:stretch>
        </p:blipFill>
        <p:spPr>
          <a:xfrm>
            <a:off x="4830160" y="2435747"/>
            <a:ext cx="3397813" cy="226697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lobal Spark">
  <a:themeElements>
    <a:clrScheme name="Simple Light">
      <a:dk1>
        <a:srgbClr val="333333"/>
      </a:dk1>
      <a:lt1>
        <a:srgbClr val="FAFAFA"/>
      </a:lt1>
      <a:dk2>
        <a:srgbClr val="595959"/>
      </a:dk2>
      <a:lt2>
        <a:srgbClr val="C4C4C4"/>
      </a:lt2>
      <a:accent1>
        <a:srgbClr val="F1BC00"/>
      </a:accent1>
      <a:accent2>
        <a:srgbClr val="EEC945"/>
      </a:accent2>
      <a:accent3>
        <a:srgbClr val="FBEDB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